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96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🐍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Production-Ready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411480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 •  Versatile  •  AI-ready  •  Industry standard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594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0515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Python?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Windows Setup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macOS Setup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JupyterLab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Best Practices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 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10912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38344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22960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69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33272" y="9692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syntax, minimal boilerplate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822960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822960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069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58968" y="9692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Versatile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1353312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automation, data, AI/ML, cloud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176272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33272" y="2322576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3272" y="27066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 libraries: pandas, numpy, torch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2176272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2176272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58968" y="2322576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Industry Demand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27066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Netflix, Meta, OpenAI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529584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529584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776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33272" y="367588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Powerhouse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3272" y="405993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ML, deep learning &amp; GenAI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81728" y="3529584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3529584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776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458968" y="367588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58968" y="405993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MVPs, startups &amp;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Setup 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10912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38344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2724912" cy="2377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INSTALL PYTHON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11155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Install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272491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536192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python.org/downloads/windows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1993392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✅ "Add Python to PATH"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450592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py --version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990088"/>
            <a:ext cx="272491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0088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-3 --version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804672"/>
            <a:ext cx="2724912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8046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VIRTUAL ENVIRONMENT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18688" y="11155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Activate venv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18688" y="1444752"/>
            <a:ext cx="272491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15361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0168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18688" y="19933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30168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environment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18688" y="24505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30168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(PowerShell)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18688" y="2990088"/>
            <a:ext cx="2724912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990088"/>
            <a:ext cx="2505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python-course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python-course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-m venv .venv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.venv\Scripts\Activate.ps1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804672"/>
            <a:ext cx="2724912" cy="23774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8046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JUPYTERLAB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81344" y="11155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Launch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81344" y="1444752"/>
            <a:ext cx="272491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53619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92824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pip first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81344" y="199339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92824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JupyterLab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81344" y="245059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81344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92824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Jupyter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81344" y="2990088"/>
            <a:ext cx="272491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2990088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pip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jupyterlab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jupyter lab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6032" y="4681728"/>
            <a:ext cx="8631936" cy="256032"/>
          </a:xfrm>
          <a:prstGeom prst="rect">
            <a:avLst/>
          </a:prstGeom>
          <a:solidFill>
            <a:srgbClr val="1C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47000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PowerShell blocks Activate.ps1, run once:  Set-ExecutionPolicy -Scope CurrentUser -ExecutionPolicy RemoteSigned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Setup 🍎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10912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38344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2724912" cy="2377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INSTALL PYTHON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11155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 or python.org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272491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536192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python.org/downloads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1993392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use Homebrew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450592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 in 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990088"/>
            <a:ext cx="272491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0088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python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download from python.org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python3 --version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804672"/>
            <a:ext cx="2724912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8046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VIRTUAL ENVIRONMENT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18688" y="11155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Activate venv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18688" y="1444752"/>
            <a:ext cx="272491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15361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0168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18688" y="19933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30168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environment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18688" y="24505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30168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venv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18688" y="2990088"/>
            <a:ext cx="2724912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990088"/>
            <a:ext cx="2505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python-course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python-course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804672"/>
            <a:ext cx="2724912" cy="23774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8046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JUPYTERLAB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81344" y="11155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Launch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81344" y="1444752"/>
            <a:ext cx="272491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53619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92824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pip first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81344" y="199339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92824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JupyterLab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81344" y="245059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81344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92824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Jupyter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81344" y="2990088"/>
            <a:ext cx="272491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2990088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pip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jupyterlab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jupyter lab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6032" y="4681728"/>
            <a:ext cx="8631936" cy="256032"/>
          </a:xfrm>
          <a:prstGeom prst="rect">
            <a:avLst/>
          </a:prstGeom>
          <a:solidFill>
            <a:srgbClr val="052E1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47000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macOS has a built-in system Python — never modify it. Always use your own virtual environment for course projects.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 Workflow  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10912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38344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595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402336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98448"/>
            <a:ext cx="402336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298448"/>
            <a:ext cx="54864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⌨️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7552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execute Python code directly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596896"/>
            <a:ext cx="402336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596896"/>
            <a:ext cx="54864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" y="27614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127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notes, headings, and explanations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43984" y="822960"/>
            <a:ext cx="27432" cy="4023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859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Shortcuts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20624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80744"/>
            <a:ext cx="15544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8074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Enter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33502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 &amp; move to next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911096"/>
            <a:ext cx="15544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9110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86537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cell below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441448"/>
            <a:ext cx="15544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44144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3957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cell above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971800"/>
            <a:ext cx="15544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9718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92608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cell to Markdown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502152"/>
            <a:ext cx="15544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5021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45643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cell to Code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032504"/>
            <a:ext cx="15544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3250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D, 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98678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current cell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Project 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10912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38344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59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Project Layout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402336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80160"/>
            <a:ext cx="402336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0160"/>
            <a:ext cx="38039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.venv/          ← virtual environment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           ← your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43984" y="822960"/>
            <a:ext cx="27432" cy="4023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59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20624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3502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02352" y="1335024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install packages globally for projects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65376"/>
            <a:ext cx="422452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95681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02352" y="1956816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.venv per project, inside the project folder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487168"/>
            <a:ext cx="422452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57860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02352" y="257860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activate venv before installing anything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22452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040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02352" y="320040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via: python -m pip  and  python -m jupyter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730752"/>
            <a:ext cx="422452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2219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02352" y="382219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deps: pip freeze &gt; requirements.txt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" y="4681728"/>
            <a:ext cx="8631936" cy="256032"/>
          </a:xfrm>
          <a:prstGeom prst="rect">
            <a:avLst/>
          </a:prstGeom>
          <a:solidFill>
            <a:srgbClr val="1C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7000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issue: 'jupyter' launches wrong Python.  Fix:  always use  python -m jupyter lab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Checklist 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10912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38344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/ Checklist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243584"/>
            <a:ext cx="8631936" cy="5120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35024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243584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3.x from python.org  (Windows: use installer  |  macOS: python.org or brew)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1865376"/>
            <a:ext cx="8631936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956816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1865376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.venv inside each project folder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487168"/>
            <a:ext cx="8631936" cy="5120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578608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487168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venv before installing any packages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" y="3108960"/>
            <a:ext cx="8631936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200400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10896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JupyterLab inside the venv:  pip install jupyterlab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3730752"/>
            <a:ext cx="8631936" cy="5120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82219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730752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with:  python -m jupyter lab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4352544"/>
            <a:ext cx="8631936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4443984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4352544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dependencies in requirements.txt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6032" y="468172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Happy Coding!  You're ready to start writing Python.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708</Words>
  <Application>Microsoft Macintosh PowerPoint</Application>
  <PresentationFormat>On-screen Show (16:9)</PresentationFormat>
  <Paragraphs>175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Course – Dark Mode</dc:title>
  <dc:subject>PptxGenJS Presentation</dc:subject>
  <dc:creator>PptxGenJS</dc:creator>
  <cp:lastModifiedBy>Prasad VSV</cp:lastModifiedBy>
  <cp:revision>1</cp:revision>
  <dcterms:created xsi:type="dcterms:W3CDTF">2026-04-04T01:07:20Z</dcterms:created>
  <dcterms:modified xsi:type="dcterms:W3CDTF">2026-04-06T17:34:39Z</dcterms:modified>
</cp:coreProperties>
</file>