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99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17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953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00000"/>
                </a:solidFill>
              </a:rPr>
              <a:t>#️⃣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Hashing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Python stores and finds dict keys in O(1)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852928"/>
            <a:ext cx="420624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80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hash()  ·  buckets  ·  slots  ·  table size  ·  re-hashing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5669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100584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Hashing?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73736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Advantages &amp; Disadvantages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Table size &amp; how it grows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32004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Live example — scores dict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663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github.com/reachsatyavs/python-tutorials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What is Hashing?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Hashing &amp; Dict Internals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6032" y="804672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4078224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207008"/>
            <a:ext cx="4078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converts any value into a fixed-size integer called a hash code. Python uses this number as a direct memory address — like a GPS coordinate — to store and retrieve dict values instantly.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2029968"/>
            <a:ext cx="4078224" cy="2468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029968"/>
            <a:ext cx="4078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hash()  transforms  →  any value  →  fixed integer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322576"/>
            <a:ext cx="987552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322576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235915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hash()  →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78608" y="2322576"/>
            <a:ext cx="173736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23225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3533690609895...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752344"/>
            <a:ext cx="987552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752344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"bob"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278892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hash()  →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78608" y="2752344"/>
            <a:ext cx="173736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78608" y="27523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-1517438426904...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3182112"/>
            <a:ext cx="987552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3182112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80160" y="321868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hash()  →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78608" y="3182112"/>
            <a:ext cx="173736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78608" y="31821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3611880"/>
            <a:ext cx="987552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361188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80160" y="364845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hash()  →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78608" y="3611880"/>
            <a:ext cx="173736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86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529344067295...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4041648"/>
            <a:ext cx="987552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041648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2]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80160" y="407822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hash()  →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78608" y="4041648"/>
            <a:ext cx="1737360" cy="365760"/>
          </a:xfrm>
          <a:prstGeom prst="rect">
            <a:avLst/>
          </a:prstGeom>
          <a:solidFill>
            <a:srgbClr val="2D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78608" y="4041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  ❌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62272" y="804672"/>
            <a:ext cx="27432" cy="4114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804672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Hashing used for?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663440" y="1115568"/>
            <a:ext cx="4224528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1243584"/>
            <a:ext cx="4224528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1243584"/>
            <a:ext cx="54864" cy="7498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1371600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285232" y="131673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dict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85232" y="160934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dict key is hashed to find its storage slot. scores['alice'] → hash → slot → O(1) lookup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63440" y="1993392"/>
            <a:ext cx="4224528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1993392"/>
            <a:ext cx="54864" cy="7498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91456" y="2121408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5285232" y="206654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285232" y="235915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use the same hash table internally. Membership x in s is O(1) because of hashing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663440" y="2743200"/>
            <a:ext cx="4224528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2743200"/>
            <a:ext cx="54864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91456" y="2871216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5285232" y="281635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storage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285232" y="310896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stored as hashes, never plain text. bcrypt, SHA-256 are hashing algorithms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663440" y="3493008"/>
            <a:ext cx="4224528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3493008"/>
            <a:ext cx="54864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91456" y="3621024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5285232" y="356616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285232" y="385876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checksums (MD5, SHA) verify a file was not corrupted or tampered with during transfer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663440" y="4242816"/>
            <a:ext cx="4224528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63440" y="4242816"/>
            <a:ext cx="54864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91456" y="4370832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5285232" y="431596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/ memoisation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285232" y="460857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results by hashing the inputs. Same inputs → same hash → return cached result instantly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Advantages &amp; Disadvantages of Hashing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Hashing &amp; Dict Internals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4078224" cy="2926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04672"/>
            <a:ext cx="4078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170432"/>
            <a:ext cx="4078224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170432"/>
            <a:ext cx="54864" cy="67665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3502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122529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average lookup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49961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value takes the same time whether dict has 10 or 10 million items. No scanning — pure jump via hash.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1920240"/>
            <a:ext cx="4078224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920240"/>
            <a:ext cx="54864" cy="67665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0848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197510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insert &amp; delete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24942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or removing a key is also constant time on average — compute hash, go to slot, done.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670048"/>
            <a:ext cx="4078224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670048"/>
            <a:ext cx="54864" cy="67665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346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" y="272491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 enforcement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299923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hash table structure naturally prevents duplicate keys. Inserting the same key just overwrites the value.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3419856"/>
            <a:ext cx="4078224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419856"/>
            <a:ext cx="54864" cy="67665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84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2960" y="34747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efficient slots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374904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hold only 3 fields: cached hash + 2 pointers. The actual objects live elsewhere — no data copying.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4169664"/>
            <a:ext cx="4078224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4169664"/>
            <a:ext cx="54864" cy="67665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33425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22960" y="422452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one-way function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449884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hashes (SHA-256) cannot be reversed. Hash → original value is computationally impossible.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62272" y="804672"/>
            <a:ext cx="27432" cy="4114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804672"/>
            <a:ext cx="4224528" cy="2926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804672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DISADVANTAGES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1170432"/>
            <a:ext cx="4224528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1170432"/>
            <a:ext cx="54864" cy="67665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133502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💥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230368" y="122529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collisions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30368" y="149961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keys can land on the same slot. Python resolves this with probing, but frequent collisions degrade performance to O(n).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1920240"/>
            <a:ext cx="4224528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1920240"/>
            <a:ext cx="54864" cy="67665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20848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230368" y="19751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(historically)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30368" y="2249424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are still unordered. Dict order is preserved since Python 3.7 but only by insertion order, not sorted.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2670048"/>
            <a:ext cx="4224528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2670048"/>
            <a:ext cx="54864" cy="67665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28346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5230368" y="272491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must be immutable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30368" y="2999232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hashable types can be dict keys or set elements. Lists, dicts, and sets cannot — they raise TypeError.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63440" y="3419856"/>
            <a:ext cx="4224528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63440" y="3419856"/>
            <a:ext cx="54864" cy="67665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3168" y="3584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5230368" y="347472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overhead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30368" y="3749040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is always kept ⅓ empty (load factor ⅔) to avoid collisions. 10,000 keys need a 16,384-slot table.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63440" y="4169664"/>
            <a:ext cx="4224528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63440" y="4169664"/>
            <a:ext cx="54864" cy="67665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73168" y="433425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🎲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5230368" y="422452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randomisation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230368" y="4498848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randomises string hashes each run (PYTHONHASHSEED) for security. Same dict, different run → different slot layout.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Hash Table Size — How it Grows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Hashing &amp; Dict Internals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1645920" cy="2468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0467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RULES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" y="1133856"/>
            <a:ext cx="4078224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133856"/>
            <a:ext cx="54864" cy="8229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389888"/>
            <a:ext cx="329184" cy="3291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" y="118872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power of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" y="148132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sizes are 8, 16, 32, 64, 128... never arbitrary numbers. Powers of 2 enable the fast bitwise AND trick.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066544"/>
            <a:ext cx="4078224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066544"/>
            <a:ext cx="54864" cy="8229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2322576"/>
            <a:ext cx="329184" cy="3291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" y="212140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⅔ load factor threshold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68096" y="2414016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resizes when more than ⅔ of slots are filled.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used  &gt;  (size × 2) // 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2999232"/>
            <a:ext cx="4078224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999232"/>
            <a:ext cx="54864" cy="8229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3255264"/>
            <a:ext cx="329184" cy="329184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8096" y="30540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on resize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096" y="3346704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threshold is hit, the table doubles in size. Every key is re-hashed into new slot positions.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3931920"/>
            <a:ext cx="4078224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3931920"/>
            <a:ext cx="54864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4187952"/>
            <a:ext cx="329184" cy="3291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8096" y="398678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slot with bitwise AND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8096" y="4279392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= hash(key) &amp; (size−1)   — much faster than modulo division. Works only because size is power of 2.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62272" y="804672"/>
            <a:ext cx="27432" cy="4114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804672"/>
            <a:ext cx="4224528" cy="2468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804672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SCHEDULE  — keys 0 to 10,000</a:t>
            </a:r>
            <a:endParaRPr lang="en-US" sz="8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97280"/>
          <a:ext cx="4224528" cy="3672840"/>
        </p:xfrm>
        <a:graphic>
          <a:graphicData uri="http://schemas.openxmlformats.org/drawingml/2006/table">
            <a:tbl>
              <a:tblPr/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Keys stored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Table size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Empty slots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Load %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Event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</a:rPr>
                        <a:t>12.5%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initial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</a:rPr>
                        <a:t>62.5%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near limit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</a:rPr>
                        <a:t>37.5%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</a:rPr>
                        <a:t>🔴 resize → 16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</a:rPr>
                        <a:t>62.5%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near limit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</a:rPr>
                        <a:t>34.4%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</a:rPr>
                        <a:t>🔴 resize → 32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</a:rPr>
                        <a:t>128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86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</a:rPr>
                        <a:t>32.8%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</a:rPr>
                        <a:t>after resize → 128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85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</a:rPr>
                        <a:t>128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</a:rPr>
                        <a:t>66.4%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near limit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86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</a:rPr>
                        <a:t>256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170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</a:rPr>
                        <a:t>33.6%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</a:rPr>
                        <a:t>🔴 resize → 256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1,000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</a:rPr>
                        <a:t>2,048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1,048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</a:rPr>
                        <a:t>48.8%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stable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5,461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</a:rPr>
                        <a:t>8,192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2,731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</a:rPr>
                        <a:t>66.7%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near limit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5,462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</a:rPr>
                        <a:t>16,384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10,922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</a:rPr>
                        <a:t>33.3%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</a:rPr>
                        <a:t>🔴 resize → 16,384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10,000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</a:rPr>
                        <a:t>16,384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6,384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</a:rPr>
                        <a:t>61.0%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stable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4663440" y="4535424"/>
            <a:ext cx="4224528" cy="347472"/>
          </a:xfrm>
          <a:prstGeom prst="rect">
            <a:avLst/>
          </a:prstGeom>
          <a:solidFill>
            <a:srgbClr val="1A1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73168" y="453542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 =  hash(key)  &amp;  (table_size − 1)     →     O(1) always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Live Example — scores = {"alice":92, "bob":78, "carol":88}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Hashing &amp; Dict Internals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8631936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96112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{"alice": 92, "bob": 78, "carol": 88}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keys  →  table_size = 8  (power of 2, ⅔ rule)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mask    = 8 - 1 = 7  →  slot = hash(key) &amp; 7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56032" y="1627632"/>
            <a:ext cx="4389120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27632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COMPUTATION  —  slot = hash(key) &amp; 7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1920240"/>
            <a:ext cx="4078224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" y="2011680"/>
            <a:ext cx="84124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201168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07008" y="199339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hash("alice") = 3533690609895885912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07008" y="22494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3533690609895885912 &amp; 7  →  slot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38144" y="2194560"/>
            <a:ext cx="347472" cy="32918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38144" y="219456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22192" y="22494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slot 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2798064"/>
            <a:ext cx="4078224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" y="2889504"/>
            <a:ext cx="84124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288950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"bob"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07008" y="2871216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hash("bob") = -1517438426904066329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07008" y="31272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-1517438426904066329 &amp; 7  →  slot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38144" y="3072384"/>
            <a:ext cx="347472" cy="32918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8144" y="307238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22192" y="31272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slot 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3675888"/>
            <a:ext cx="4078224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" y="3767328"/>
            <a:ext cx="84124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37673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"carol"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207008" y="3749040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hash("carol") = -2543958295589591514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07008" y="40050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-2543958295589591514 &amp; 7  →  slot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38144" y="3950208"/>
            <a:ext cx="347472" cy="32918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8144" y="39502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822192" y="40050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slot 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62272" y="804672"/>
            <a:ext cx="27432" cy="4114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627632"/>
            <a:ext cx="4224528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627632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SLOT TABLE  (8 slots, 3 occupied)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1920240"/>
            <a:ext cx="420624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0016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84064" y="1920240"/>
            <a:ext cx="166420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19202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hash (truncated)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748272" y="1920240"/>
            <a:ext cx="786384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84848" y="1920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34656" y="1920240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1232" y="192024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010144" y="1920240"/>
            <a:ext cx="74980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0" y="192024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Addr*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63440" y="2231136"/>
            <a:ext cx="420624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0016" y="2231136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84064" y="2231136"/>
            <a:ext cx="1664208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0" y="2231136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3533...5912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748272" y="2231136"/>
            <a:ext cx="786384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84848" y="2231136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534656" y="2231136"/>
            <a:ext cx="475488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71232" y="2231136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010144" y="2231136"/>
            <a:ext cx="749808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46720" y="2231136"/>
            <a:ext cx="694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...866880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663440" y="2560320"/>
            <a:ext cx="420624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00016" y="2560320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84064" y="2560320"/>
            <a:ext cx="1664208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20640" y="2560320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748272" y="2560320"/>
            <a:ext cx="786384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84848" y="2560320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534656" y="2560320"/>
            <a:ext cx="475488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71232" y="2560320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010144" y="2560320"/>
            <a:ext cx="749808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046720" y="2560320"/>
            <a:ext cx="694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663440" y="2889504"/>
            <a:ext cx="420624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00016" y="2889504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084064" y="2889504"/>
            <a:ext cx="1664208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20640" y="2889504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748272" y="2889504"/>
            <a:ext cx="786384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84848" y="288950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534656" y="2889504"/>
            <a:ext cx="475488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71232" y="2889504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010144" y="2889504"/>
            <a:ext cx="749808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046720" y="2889504"/>
            <a:ext cx="694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663440" y="3218688"/>
            <a:ext cx="420624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00016" y="3218688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084064" y="3218688"/>
            <a:ext cx="1664208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120640" y="3218688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748272" y="3218688"/>
            <a:ext cx="786384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84848" y="32186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534656" y="3218688"/>
            <a:ext cx="475488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571232" y="3218688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010144" y="3218688"/>
            <a:ext cx="749808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46720" y="3218688"/>
            <a:ext cx="694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663440" y="3547872"/>
            <a:ext cx="420624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00016" y="3547872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5084064" y="3547872"/>
            <a:ext cx="1664208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120640" y="3547872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748272" y="3547872"/>
            <a:ext cx="786384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784848" y="354787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7534656" y="3547872"/>
            <a:ext cx="475488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571232" y="3547872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8010144" y="3547872"/>
            <a:ext cx="749808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046720" y="3547872"/>
            <a:ext cx="694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4663440" y="3877056"/>
            <a:ext cx="420624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700016" y="3877056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5084064" y="3877056"/>
            <a:ext cx="1664208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120640" y="3877056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6748272" y="3877056"/>
            <a:ext cx="786384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784848" y="3877056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7534656" y="3877056"/>
            <a:ext cx="475488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571232" y="3877056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8010144" y="3877056"/>
            <a:ext cx="749808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046720" y="3877056"/>
            <a:ext cx="694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4663440" y="4206240"/>
            <a:ext cx="420624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700016" y="4206240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084064" y="4206240"/>
            <a:ext cx="1664208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120640" y="4206240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-2543...1514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6748272" y="4206240"/>
            <a:ext cx="786384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784848" y="4206240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"carol"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7534656" y="4206240"/>
            <a:ext cx="475488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571232" y="4206240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8010144" y="4206240"/>
            <a:ext cx="749808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046720" y="4206240"/>
            <a:ext cx="694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...867168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4663440" y="4535424"/>
            <a:ext cx="420624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700016" y="4535424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5084064" y="4535424"/>
            <a:ext cx="1664208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120640" y="4535424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-1517...6329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6748272" y="4535424"/>
            <a:ext cx="786384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784848" y="453542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"bob"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7534656" y="4535424"/>
            <a:ext cx="475488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571232" y="4535424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8010144" y="4535424"/>
            <a:ext cx="749808" cy="301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046720" y="4535424"/>
            <a:ext cx="694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...867024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4663440" y="4919472"/>
            <a:ext cx="4224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Addr = id(key) truncated for display. Run dict_internals.py to see live addresses.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🪣  How Buckets Work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Hashing &amp; Buckets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6032" y="82296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Bucket Concept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" y="1133856"/>
            <a:ext cx="4078224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207008"/>
            <a:ext cx="4078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dict internally holds an array of slots called buckets. When you store a key, Python computes which bucket to use with a simple formula: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1810512"/>
            <a:ext cx="4078224" cy="512064"/>
          </a:xfrm>
          <a:prstGeom prst="rect">
            <a:avLst/>
          </a:prstGeom>
          <a:solidFill>
            <a:srgbClr val="1A1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10512"/>
            <a:ext cx="3858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bucket_index  =  hash(key)  %  number_of_buckets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" y="237744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% (modulo) operator keeps the bucket index within the array bounds.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706624"/>
            <a:ext cx="4078224" cy="2468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706624"/>
            <a:ext cx="4078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 —  scores['alice'] = 92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3054096"/>
            <a:ext cx="274320" cy="2743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" y="2999232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hash:  hash("alice")  →  3713082716806266542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3456432"/>
            <a:ext cx="274320" cy="27432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" y="3401568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modulo:  3713082716806266542 % 8  →  bucket 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858768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" y="3803904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at slot 6:  bucket[6] = ("alice", 92)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4261104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" y="4206240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later:  same formula → same slot → instant find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62272" y="80467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804672"/>
            <a:ext cx="4224528" cy="2468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804672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ARRAY DIAGRAM  (8 slots, 3 keys stored)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1115568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11556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47488" y="1115568"/>
            <a:ext cx="384048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57216" y="1115568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1536192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153619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47488" y="1536192"/>
            <a:ext cx="3840480" cy="384048"/>
          </a:xfrm>
          <a:prstGeom prst="rect">
            <a:avLst/>
          </a:prstGeom>
          <a:solidFill>
            <a:srgbClr val="1A1B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57216" y="155448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"bob"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57216" y="173736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val: 78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558784" y="1536192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663440" y="1956816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195681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47488" y="1956816"/>
            <a:ext cx="384048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57216" y="1956816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2377440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23774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47488" y="2377440"/>
            <a:ext cx="3840480" cy="384048"/>
          </a:xfrm>
          <a:prstGeom prst="rect">
            <a:avLst/>
          </a:prstGeom>
          <a:solidFill>
            <a:srgbClr val="001A1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57216" y="239572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"carol"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157216" y="257860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val: 88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558784" y="237744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663440" y="2798064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279806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047488" y="2798064"/>
            <a:ext cx="384048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57216" y="2798064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63440" y="3218688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321868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047488" y="3218688"/>
            <a:ext cx="384048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57216" y="3218688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63440" y="3639312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363931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047488" y="3639312"/>
            <a:ext cx="3840480" cy="384048"/>
          </a:xfrm>
          <a:prstGeom prst="rect">
            <a:avLst/>
          </a:prstGeom>
          <a:solidFill>
            <a:srgbClr val="1A1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57216" y="365760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"alice"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157216" y="384048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val: 92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558784" y="3639312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4663440" y="4059936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63440" y="405993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047488" y="4059936"/>
            <a:ext cx="384048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57216" y="4059936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663440" y="4535424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"alice" → hash("alice") % 8 = 6  →  stored at slot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089136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3604" cy="3474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99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Hash Collision &amp; How Python Handles It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-12970" y="5050986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350" y="4899495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Hashing &amp; Buckets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43062" y="44034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Collision?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3062" y="751236"/>
            <a:ext cx="4078224" cy="3657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0202" y="799969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keys can land on the SAME bucket index after the modulo operation.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a hash collision. Python must resolve it — otherwise one value would overwrite the other.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0202" y="1441635"/>
            <a:ext cx="4078224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002" y="1474840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Both keys land on the same bucket (contrived example)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hash("alice") % 8  →  bucket 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hash("dave")  % 8  →  bucket 6  ← COLLISION!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cannot put two values in one slot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 must find a new home for "dave"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6577" y="2442034"/>
            <a:ext cx="4078224" cy="246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6577" y="2442034"/>
            <a:ext cx="4078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SOLUTION — Open Addressing (Probing)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6577" y="2734642"/>
            <a:ext cx="4078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collision occurs, Python probes (searches) for the next available slot using a mathematical formula. It does NOT simply go to the next slot — it uses a pseudo-random jump sequence to spread entries evenly.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6577" y="3374722"/>
            <a:ext cx="4032504" cy="134105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593" y="3466162"/>
            <a:ext cx="3822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Probing formula (simplified):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next_slot = (5 * current_slot + 1 + perturbation) % size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"dave" collides at slot 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probes → tries slot 7 → empty → store there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bucket[6] = ("alice", 92)   # original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bucket[7] = ("dave",  55)   # after probing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49302" y="42205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50470" y="422052"/>
            <a:ext cx="4224528" cy="246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0470" y="422052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RESOLUTION DIAGRAM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50470" y="73294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collision: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50470" y="988980"/>
            <a:ext cx="32918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0470" y="9889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16230" y="988980"/>
            <a:ext cx="3858768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1094" y="98898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50470" y="1391316"/>
            <a:ext cx="32918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0470" y="139131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16230" y="1391316"/>
            <a:ext cx="3858768" cy="347472"/>
          </a:xfrm>
          <a:prstGeom prst="rect">
            <a:avLst/>
          </a:prstGeom>
          <a:solidFill>
            <a:srgbClr val="1A1A0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1094" y="139131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 → 92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50470" y="1793652"/>
            <a:ext cx="32918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0470" y="1793652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16230" y="1793652"/>
            <a:ext cx="3858768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1094" y="1793652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50470" y="2195988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Now insert "dave" (hash % 8 = 6):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50470" y="2799492"/>
            <a:ext cx="4224528" cy="310896"/>
          </a:xfrm>
          <a:prstGeom prst="rect">
            <a:avLst/>
          </a:prstGeom>
          <a:solidFill>
            <a:srgbClr val="2D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3622" y="2799492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6 is TAKEN!  hash collision  💥  → probe next slot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50470" y="274462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probing — dave stored at slot 7: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50470" y="3000660"/>
            <a:ext cx="329184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50470" y="30006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16230" y="3000660"/>
            <a:ext cx="3858768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1094" y="3000660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50470" y="3421284"/>
            <a:ext cx="329184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50470" y="3421284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16230" y="3421284"/>
            <a:ext cx="3858768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1094" y="3421284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 → 92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50470" y="3841908"/>
            <a:ext cx="329184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50470" y="3841908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16230" y="3841908"/>
            <a:ext cx="3858768" cy="365760"/>
          </a:xfrm>
          <a:prstGeom prst="rect">
            <a:avLst/>
          </a:prstGeom>
          <a:solidFill>
            <a:srgbClr val="001A1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1094" y="3841908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"dave"  → 55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16230" y="38784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probed here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50470" y="4244244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Both keys stored. Both retrieved correctly by probing the same sequence.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4023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40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Full dict Lifecycle + Why Immutability Matters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Hashing &amp; Buckets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4151" y="545270"/>
            <a:ext cx="4078224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151" y="545270"/>
            <a:ext cx="4078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scores['alice'] = 92  LIFECYCLE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4151" y="837878"/>
            <a:ext cx="4078224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4151" y="837878"/>
            <a:ext cx="4078224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591" y="83787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STORE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167" y="1148774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Python calls  hash('alice')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2167" y="147795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Computes  bucket_idx = hash % size  →  e.g. 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2167" y="1807142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Checks slot 6 — empty? Store ('alice', 92) there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2167" y="2136326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If occupied → probe until empty slot found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4151" y="2703254"/>
            <a:ext cx="4078224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4151" y="2703254"/>
            <a:ext cx="4078224" cy="2743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5591" y="270325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RETRIEVE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2167" y="3014150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Python calls  hash('alice')  again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2167" y="3343334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Same hash → same bucket_idx → jump to slot 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2167" y="367251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Check key at slot 6 — does it equal 'alice'? Yes → return 92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2167" y="4001702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If not a match → follow same probe sequence until found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62272" y="80467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56955" y="538785"/>
            <a:ext cx="4224528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6955" y="538785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DICT KEYS MUST BE IMMUTABLE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56955" y="849681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system breaks if a key's hash changes after storage.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56955" y="1078281"/>
            <a:ext cx="4224528" cy="160934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0107" y="1082623"/>
            <a:ext cx="396849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IMAGINE if lists were allowed as keys (they aren't!)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store with key [1, 2]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hash([1,2]) % 8  →  bucket 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dict stores: bucket[3] = ([1,2], "value")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key mutates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my_key.append(3)  →  key is now [1,2,3]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try to retrieve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hash([1,2,3]) % 8  →  bucket 6  ← DIFFERENT!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Python looks in bucket 6  →  not found!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value is LOST — Python cannot find it anymore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56955" y="2916742"/>
            <a:ext cx="4224528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6955" y="2916742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TYPES — WHAT IS ALLOWED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56955" y="3209350"/>
            <a:ext cx="422452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0107" y="320935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81083" y="320935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30891" y="320935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'alice', 'name'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56955" y="3428806"/>
            <a:ext cx="4224528" cy="20116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0107" y="342880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/ float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81083" y="342880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30891" y="342880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42,  3.14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56955" y="3648262"/>
            <a:ext cx="422452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0107" y="364826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81083" y="364826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30891" y="364826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(1,2), ('a','b')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56955" y="3867718"/>
            <a:ext cx="4224528" cy="20116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0107" y="386771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frozenset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81083" y="386771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30891" y="386771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frozenset({1,2})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56955" y="4087174"/>
            <a:ext cx="422452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0107" y="408717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81083" y="408717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30891" y="408717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 → unhashable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56955" y="4306630"/>
            <a:ext cx="4224528" cy="20116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0107" y="430663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681083" y="430663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30891" y="430663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 → unhashable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656955" y="4526086"/>
            <a:ext cx="422452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30107" y="452608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681083" y="452608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30891" y="452608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 → unhashable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656955" y="4763830"/>
            <a:ext cx="4224528" cy="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1957</Words>
  <Application>Microsoft Macintosh PowerPoint</Application>
  <PresentationFormat>On-screen Show (16:9)</PresentationFormat>
  <Paragraphs>373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Hashing</dc:title>
  <dc:subject>PptxGenJS Presentation</dc:subject>
  <dc:creator>Python Tutorials</dc:creator>
  <cp:lastModifiedBy>Prasad VSV</cp:lastModifiedBy>
  <cp:revision>3</cp:revision>
  <dcterms:created xsi:type="dcterms:W3CDTF">2026-04-09T13:43:10Z</dcterms:created>
  <dcterms:modified xsi:type="dcterms:W3CDTF">2026-04-09T17:12:06Z</dcterms:modified>
</cp:coreProperties>
</file>