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8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091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918315" cy="3566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2530" cy="35661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696811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What is Hashing?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67305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66036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Buckets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459796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770692"/>
            <a:ext cx="4078224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843844"/>
            <a:ext cx="40782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is a computation that converts any value into a fixed-size integer called a hash code.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uses this number as a fast address — like a GPS coordinate — to store and retrieve dictionary values in O(1) time.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1758244"/>
            <a:ext cx="4078224" cy="2468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758244"/>
            <a:ext cx="4078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  —  value  →  fixed integer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" y="2069140"/>
            <a:ext cx="104241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06914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35024" y="2105716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16352" y="2069140"/>
            <a:ext cx="148132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52928" y="206914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3713082716806266542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489764"/>
            <a:ext cx="104241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489764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"bob"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35024" y="25263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16352" y="2489764"/>
            <a:ext cx="148132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24897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7829403917824059231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910388"/>
            <a:ext cx="104241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91038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35024" y="294696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16352" y="2910388"/>
            <a:ext cx="148132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291038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331012"/>
            <a:ext cx="104241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333101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35024" y="336758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16352" y="3331012"/>
            <a:ext cx="148132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3331012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3713082398472938472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3751636"/>
            <a:ext cx="1042416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3751636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35024" y="378821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hash()  →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16352" y="3751636"/>
            <a:ext cx="1481328" cy="347472"/>
          </a:xfrm>
          <a:prstGeom prst="rect">
            <a:avLst/>
          </a:prstGeom>
          <a:solidFill>
            <a:srgbClr val="2D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52928" y="3751636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 ❌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62272" y="441508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59796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of Hashing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663440" y="770692"/>
            <a:ext cx="4224528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898708"/>
            <a:ext cx="4224528" cy="106070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898708"/>
            <a:ext cx="54864" cy="10607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91456" y="1227892"/>
            <a:ext cx="347472" cy="3474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91456" y="12278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48656" y="97186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48656" y="1264468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ALWAYS produces the same hash.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hash('alice') is always the same number — every time, every run.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2069140"/>
            <a:ext cx="4224528" cy="106070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2069140"/>
            <a:ext cx="54864" cy="106070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91456" y="2398324"/>
            <a:ext cx="347472" cy="34747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91456" y="23983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248656" y="214229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 output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48656" y="2434900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how long the input, the output is always a fixed-size integer. A 1-char string and a 10,000-char string both produce a single integer.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3239572"/>
            <a:ext cx="4224528" cy="1060704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3239572"/>
            <a:ext cx="54864" cy="106070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91456" y="3568756"/>
            <a:ext cx="347472" cy="3474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91456" y="35687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248656" y="331272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immutable objects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248656" y="3605332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dicts are mutable — their content can change, so their hash would change too. Python raises TypeError to prevent this.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63440" y="4391716"/>
            <a:ext cx="4224528" cy="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91456" y="4483156"/>
            <a:ext cx="396849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print(hash("alice"))  # always the same number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print(hash([1,2,3]))  # TypeError — unhashable type: 'list'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🪣  How Buckets Work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Buckets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82296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 Concept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1133856"/>
            <a:ext cx="4078224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207008"/>
            <a:ext cx="4078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dict internally holds an array of slots called buckets. When you store a key, Python computes which bucket to use with a simple formula: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1810512"/>
            <a:ext cx="4078224" cy="512064"/>
          </a:xfrm>
          <a:prstGeom prst="rect">
            <a:avLst/>
          </a:prstGeom>
          <a:solidFill>
            <a:srgbClr val="1A1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10512"/>
            <a:ext cx="3858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bucket_index  =  hash(key)  %  number_of_buckets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" y="237744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% (modulo) operator keeps the bucket index within the array bounds.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706624"/>
            <a:ext cx="4078224" cy="2468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706624"/>
            <a:ext cx="4078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 —  scores['alice'] = 92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3054096"/>
            <a:ext cx="274320" cy="2743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" y="2999232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hash:  hash("alice")  →  3713082716806266542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456432"/>
            <a:ext cx="274320" cy="27432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" y="3401568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modulo:  3713082716806266542 % 8  →  bucket 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858768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" y="380390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at slot 6:  bucket[6] = ("alice", 92)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4261104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" y="4206240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later:  same formula → same slot → instant find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62272" y="80467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804672"/>
            <a:ext cx="4224528" cy="2468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804672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ARRAY DIAGRAM  (8 slots, 3 keys stored)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1115568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11556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47488" y="1115568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57216" y="1115568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1536192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53619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47488" y="1536192"/>
            <a:ext cx="3840480" cy="384048"/>
          </a:xfrm>
          <a:prstGeom prst="rect">
            <a:avLst/>
          </a:prstGeom>
          <a:solidFill>
            <a:srgbClr val="1A1B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57216" y="15544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"bob"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57216" y="173736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val: 78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558784" y="1536192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63440" y="1956816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195681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47488" y="1956816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57216" y="1956816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2377440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23774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47488" y="2377440"/>
            <a:ext cx="3840480" cy="384048"/>
          </a:xfrm>
          <a:prstGeom prst="rect">
            <a:avLst/>
          </a:prstGeom>
          <a:solidFill>
            <a:srgbClr val="001A1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57216" y="239572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"carol"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57216" y="257860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val: 88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558784" y="237744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663440" y="2798064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279806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047488" y="2798064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57216" y="2798064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0" y="3218688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321868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047488" y="3218688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57216" y="3218688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63440" y="3639312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363931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047488" y="3639312"/>
            <a:ext cx="3840480" cy="384048"/>
          </a:xfrm>
          <a:prstGeom prst="rect">
            <a:avLst/>
          </a:prstGeom>
          <a:solidFill>
            <a:srgbClr val="1A1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57216" y="365760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"alice"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157216" y="38404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val: 92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558784" y="3639312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4663440" y="4059936"/>
            <a:ext cx="3474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63440" y="405993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047488" y="4059936"/>
            <a:ext cx="384048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57216" y="4059936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663440" y="4535424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"alice" → hash("alice") % 8 = 6  →  stored at slot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089136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3604" cy="3474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99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Hash Collision &amp; How Python Handles It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-12970" y="5050986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350" y="4899495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Buckets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43062" y="44034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Collision?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3062" y="751236"/>
            <a:ext cx="4078224" cy="3657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0202" y="799969"/>
            <a:ext cx="4078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keys can land on the SAME bucket index after the modulo operation.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a hash collision. Python must resolve it — otherwise one value would overwrite the other.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0202" y="1441635"/>
            <a:ext cx="4078224" cy="8412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002" y="1474840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Both keys land on the same bucket (contrived example)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hash("alice") % 8  →  bucket 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hash("dave")  % 8  →  bucket 6  ← COLLISION!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cannot put two values in one slot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 must find a new home for "dave"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6577" y="2442034"/>
            <a:ext cx="4078224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6577" y="2442034"/>
            <a:ext cx="4078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SOLUTION — Open Addressing (Probing)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6577" y="2734642"/>
            <a:ext cx="4078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collision occurs, Python probes (searches) for the next available slot using a mathematical formula. It does NOT simply go to the next slot — it uses a pseudo-random jump sequence to spread entries evenly.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6577" y="3374722"/>
            <a:ext cx="4032504" cy="134105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593" y="3466162"/>
            <a:ext cx="3822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Probing formula (simplified):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next_slot = (5 * current_slot + 1 + perturbation) % size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"dave" collides at slot 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probes → tries slot 7 → empty → store there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bucket[6] = ("alice", 92)   # original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bucket[7] = ("dave",  55)   # after probing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49302" y="42205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0470" y="422052"/>
            <a:ext cx="4224528" cy="246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0470" y="422052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RESOLUTION DIAGRAM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50470" y="73294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collision: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50470" y="988980"/>
            <a:ext cx="3291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0470" y="9889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16230" y="988980"/>
            <a:ext cx="3858768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1094" y="98898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50470" y="1391316"/>
            <a:ext cx="3291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0470" y="139131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16230" y="1391316"/>
            <a:ext cx="3858768" cy="347472"/>
          </a:xfrm>
          <a:prstGeom prst="rect">
            <a:avLst/>
          </a:prstGeom>
          <a:solidFill>
            <a:srgbClr val="1A1A0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1094" y="139131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 → 92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50470" y="1793652"/>
            <a:ext cx="329184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0470" y="1793652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16230" y="1793652"/>
            <a:ext cx="3858768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1094" y="1793652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50470" y="2195988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Now insert "dave" (hash % 8 = 6):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50470" y="2799492"/>
            <a:ext cx="4224528" cy="310896"/>
          </a:xfrm>
          <a:prstGeom prst="rect">
            <a:avLst/>
          </a:prstGeom>
          <a:solidFill>
            <a:srgbClr val="2D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3622" y="2799492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6 is TAKEN!  hash collision  💥  → probe next slot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50470" y="274462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probing — dave stored at slot 7: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50470" y="3000660"/>
            <a:ext cx="329184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50470" y="30006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16230" y="3000660"/>
            <a:ext cx="3858768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1094" y="3000660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50470" y="3421284"/>
            <a:ext cx="329184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50470" y="3421284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16230" y="3421284"/>
            <a:ext cx="3858768" cy="365760"/>
          </a:xfrm>
          <a:prstGeom prst="rect">
            <a:avLst/>
          </a:prstGeom>
          <a:solidFill>
            <a:srgbClr val="1A1A0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1094" y="3421284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 → 92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50470" y="3841908"/>
            <a:ext cx="329184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50470" y="3841908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16230" y="3841908"/>
            <a:ext cx="3858768" cy="365760"/>
          </a:xfrm>
          <a:prstGeom prst="rect">
            <a:avLst/>
          </a:prstGeom>
          <a:solidFill>
            <a:srgbClr val="001A1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1094" y="3841908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"dave"  → 55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16230" y="38784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probed here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50470" y="4244244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Both keys stored. Both retrieved correctly by probing the same sequence.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4023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40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Full dict Lifecycle + Why Immutability Matters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Hashing &amp; Buckets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4151" y="545270"/>
            <a:ext cx="4078224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151" y="545270"/>
            <a:ext cx="4078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scores['alice'] = 92  LIFECYCLE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4151" y="837878"/>
            <a:ext cx="4078224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4151" y="837878"/>
            <a:ext cx="4078224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591" y="83787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STORE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167" y="1148774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Python calls  hash('alice')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2167" y="147795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Computes  bucket_idx = hash % size  →  e.g. 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2167" y="180714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Checks slot 6 — empty? Store ('alice', 92) there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2167" y="213632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If occupied → probe until empty slot found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4151" y="2703254"/>
            <a:ext cx="4078224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4151" y="2703254"/>
            <a:ext cx="4078224" cy="2743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591" y="270325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RETRIEVE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2167" y="3014150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Python calls  hash('alice')  again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2167" y="3343334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Same hash → same bucket_idx → jump to slot 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2167" y="367251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Check key at slot 6 — does it equal 'alice'? Yes → return 92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2167" y="400170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If not a match → follow same probe sequence until found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62272" y="80467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56955" y="538785"/>
            <a:ext cx="4224528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6955" y="538785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DICT KEYS MUST BE IMMUTABLE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56955" y="849681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system breaks if a key's hash changes after storage.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56955" y="1078281"/>
            <a:ext cx="4224528" cy="160934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0107" y="1082623"/>
            <a:ext cx="396849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IMAGINE if lists were allowed as keys (they aren't!)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store with key [1, 2]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hash([1,2]) % 8  →  bucket 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dict stores: bucket[3] = ([1,2], "value")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key mutates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my_key.append(3)  →  key is now [1,2,3]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try to retrieve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hash([1,2,3]) % 8  →  bucket 6  ← DIFFERENT!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Python looks in bucket 6  →  not found!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value is LOST — Python cannot find it anymore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56955" y="2916742"/>
            <a:ext cx="4224528" cy="246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6955" y="2916742"/>
            <a:ext cx="4224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TYPES — WHAT IS ALLOWED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56955" y="3209350"/>
            <a:ext cx="422452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0107" y="320935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81083" y="320935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30891" y="320935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'alice', 'name'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56955" y="3428806"/>
            <a:ext cx="4224528" cy="20116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0107" y="342880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/ float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81083" y="342880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30891" y="342880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42,  3.14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56955" y="3648262"/>
            <a:ext cx="422452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0107" y="364826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81083" y="364826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30891" y="364826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(1,2), ('a','b')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56955" y="3867718"/>
            <a:ext cx="4224528" cy="20116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0107" y="386771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frozenset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81083" y="386771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30891" y="386771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frozenset({1,2})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56955" y="4087174"/>
            <a:ext cx="422452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0107" y="408717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81083" y="408717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30891" y="408717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 → unhashable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56955" y="4306630"/>
            <a:ext cx="4224528" cy="201168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0107" y="430663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681083" y="430663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30891" y="430663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 → unhashable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56955" y="4526086"/>
            <a:ext cx="422452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30107" y="452608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681083" y="452608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30891" y="452608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 → unhashable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56955" y="4763830"/>
            <a:ext cx="4224528" cy="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1075</Words>
  <Application>Microsoft Macintosh PowerPoint</Application>
  <PresentationFormat>On-screen Show (16:9)</PresentationFormat>
  <Paragraphs>170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Hashing &amp; Buckets</dc:title>
  <dc:subject>PptxGenJS Presentation</dc:subject>
  <dc:creator>Python Tutorials</dc:creator>
  <cp:lastModifiedBy>Prasad VSV</cp:lastModifiedBy>
  <cp:revision>2</cp:revision>
  <dcterms:created xsi:type="dcterms:W3CDTF">2026-04-08T13:17:47Z</dcterms:created>
  <dcterms:modified xsi:type="dcterms:W3CDTF">2026-04-08T13:47:13Z</dcterms:modified>
</cp:coreProperties>
</file>