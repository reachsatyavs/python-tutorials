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66"/>
    <p:restoredTop sz="94610"/>
  </p:normalViewPr>
  <p:slideViewPr>
    <p:cSldViewPr snapToGrid="0" snapToObjects="1">
      <p:cViewPr varScale="1">
        <p:scale>
          <a:sx n="198" d="100"/>
          <a:sy n="198" d="100"/>
        </p:scale>
        <p:origin x="20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5828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eachsatyavs/python-tutorials/blob/main/ControlFlows/ControlFlowExamples.md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eachsatyavs/python-tutorials/blob/main/ControlFlows/ControlFlowExamples.md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714232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56856" cy="43891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76685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What is Control Flow?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Control Flow  ·  github.com/reachsatyavs/python-tutorials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96072" y="463200"/>
            <a:ext cx="4078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96072" y="777394"/>
            <a:ext cx="4078224" cy="3657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072" y="898814"/>
            <a:ext cx="4078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 is the order in which Python executes statements.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control flow, every program runs top-to-bottom — same instructions, same result, every single time.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 lets a program make decisions, repeat actions, and skip steps — adapting to different data and conditions at runtime.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3567" y="2030271"/>
            <a:ext cx="3840480" cy="24688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3567" y="2030271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THREE CONTROL FLOW TOOLS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3567" y="2322879"/>
            <a:ext cx="1200263" cy="543463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3567" y="2322879"/>
            <a:ext cx="1200263" cy="45719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3567" y="2361854"/>
            <a:ext cx="1200263" cy="209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3567" y="2654462"/>
            <a:ext cx="1200263" cy="195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/ elif / else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593455" y="2322879"/>
            <a:ext cx="1200263" cy="543463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93455" y="2322879"/>
            <a:ext cx="1200263" cy="45719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93455" y="2354359"/>
            <a:ext cx="1200263" cy="209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593455" y="2646967"/>
            <a:ext cx="1200263" cy="195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 /  while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876014" y="2322879"/>
            <a:ext cx="1398281" cy="543463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015" y="2322879"/>
            <a:ext cx="1398280" cy="45719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83343" y="2346864"/>
            <a:ext cx="1200263" cy="209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Statements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983343" y="2639472"/>
            <a:ext cx="1200263" cy="195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 / continue / pass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88577" y="2932681"/>
            <a:ext cx="2377440" cy="24688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8577" y="2932681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ANALOGY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88577" y="3207000"/>
            <a:ext cx="4093214" cy="1732184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6593" y="3298441"/>
            <a:ext cx="3822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Without control flow — a robot that only walks straight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print("Step 1")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print("Step 2")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print("Step 3")   # always the same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control flow — a robot that thinks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obstacle_ahead: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turn_left()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walk_forward()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09807" y="512367"/>
            <a:ext cx="27432" cy="41330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55945" y="478190"/>
            <a:ext cx="4224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Control Flow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655945" y="777394"/>
            <a:ext cx="4224528" cy="3657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55945" y="939587"/>
            <a:ext cx="4224528" cy="768096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55945" y="939587"/>
            <a:ext cx="64008" cy="76809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2249" y="1067603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277737" y="1012739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decisions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77737" y="1305347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to different input, state, or conditions at runtime — not everything is known at write time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55945" y="1780835"/>
            <a:ext cx="4224528" cy="768096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55945" y="1780835"/>
            <a:ext cx="64008" cy="76809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2249" y="1908851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277737" y="1853987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actions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77737" y="2146595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block many times without duplicating code — process every item in a list, retry an operation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655945" y="2622083"/>
            <a:ext cx="4224528" cy="768096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55945" y="2622083"/>
            <a:ext cx="64008" cy="76809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2249" y="2750099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⏭️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5277737" y="2695235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steps safely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277737" y="2987843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unnecessary work, break out early when done, or leave a placeholder for future code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655945" y="3463331"/>
            <a:ext cx="4224528" cy="768096"/>
          </a:xfrm>
          <a:prstGeom prst="rect">
            <a:avLst/>
          </a:prstGeom>
          <a:solidFill>
            <a:srgbClr val="1E29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55945" y="3463331"/>
            <a:ext cx="64008" cy="76809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2249" y="3591347"/>
            <a:ext cx="420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5277737" y="3536483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guard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277737" y="3829091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preconditions before acting — catch bad input, handle errors, enforce business rules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655945" y="4249715"/>
            <a:ext cx="4224528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55945" y="4249715"/>
            <a:ext cx="64008" cy="47548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02249" y="4286291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ControlFlowExamples.md</a:t>
            </a:r>
            <a:endParaRPr lang="en-US" sz="1100" dirty="0"/>
          </a:p>
        </p:txBody>
      </p:sp>
      <p:sp>
        <p:nvSpPr>
          <p:cNvPr id="55" name="Text 53">
            <a:hlinkClick r:id="rId3"/>
          </p:cNvPr>
          <p:cNvSpPr/>
          <p:nvPr/>
        </p:nvSpPr>
        <p:spPr>
          <a:xfrm>
            <a:off x="4802249" y="4505747"/>
            <a:ext cx="4041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https://github.com/reachsatyavs/python-tutorials/blob/main/ControlFlows/ControlFlowExamples.md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16568" cy="354817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198"/>
            <a:ext cx="157679" cy="354817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7708758" cy="354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Conditionals — if / elif / else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0" y="4992624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Control Flow  ·  github.com/reachsatyavs/python-tutorials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11063" y="399943"/>
            <a:ext cx="950676" cy="16759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1063" y="399943"/>
            <a:ext cx="950676" cy="16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03567" y="655075"/>
            <a:ext cx="4078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 block only when a condition is True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between two paths with if / else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between many paths with elif chains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input, guard against bad data, handle errors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8577" y="1433214"/>
            <a:ext cx="905855" cy="146303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8577" y="1433214"/>
            <a:ext cx="905855" cy="146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74486" y="1618492"/>
            <a:ext cx="4114800" cy="1013191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652" y="1635732"/>
            <a:ext cx="4062633" cy="959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condition: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runs when condition is True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another_condition: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runs when first is False, this is True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yet_another: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as many elif branches as needed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runs when ALL above are False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73587" y="2719220"/>
            <a:ext cx="1220499" cy="1554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587" y="2719220"/>
            <a:ext cx="122049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8577" y="2906898"/>
            <a:ext cx="1344168" cy="112122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8577" y="2906898"/>
            <a:ext cx="1344168" cy="112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 enforced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557129" y="2906898"/>
            <a:ext cx="1344168" cy="112122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7129" y="2906898"/>
            <a:ext cx="1344168" cy="112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= any truthy value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925681" y="2906898"/>
            <a:ext cx="1344168" cy="112122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5681" y="2906898"/>
            <a:ext cx="1344168" cy="112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is optional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8577" y="3072091"/>
            <a:ext cx="1344168" cy="112122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8577" y="3072091"/>
            <a:ext cx="1344168" cy="112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can repeat many times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557129" y="3072091"/>
            <a:ext cx="1344168" cy="112122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57129" y="3072091"/>
            <a:ext cx="1344168" cy="1121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Short-circuit evaluation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73587" y="3233986"/>
            <a:ext cx="1417919" cy="174783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3587" y="3233986"/>
            <a:ext cx="1417919" cy="174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57678" y="3455080"/>
            <a:ext cx="4176577" cy="1230099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6593" y="3614736"/>
            <a:ext cx="3822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= 404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status == 200:     print("OK")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status == 404:   print("Not Found")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status == 500:   print("Server Error")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                 print("Unknown:", status)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Inline ternary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= "Pass" if score &gt;= 50 else "Fail"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462272" y="804672"/>
            <a:ext cx="27432" cy="41330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48450" y="414932"/>
            <a:ext cx="2524078" cy="16759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8450" y="414932"/>
            <a:ext cx="2225763" cy="152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— Numeric comparison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33910" y="582607"/>
            <a:ext cx="4224528" cy="122608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70184" y="588686"/>
            <a:ext cx="4199495" cy="122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cpu_usage = 82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cpu_usage &gt; 90: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print("CRITICAL — scale up immediately")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cpu_usage &gt; 80: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print("WARNING — high CPU usage")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cpu_usage &gt; 60: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print("NOTICE — elevated usage")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print("OK — CPU normal")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17721" y="1856894"/>
            <a:ext cx="3476091" cy="198689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1829618"/>
            <a:ext cx="22903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— Compound conditions (and / or)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48450" y="2097427"/>
            <a:ext cx="4268898" cy="1136559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48449" y="2097426"/>
            <a:ext cx="4199495" cy="1118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   = "prod"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 = "asia-south1"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env == "prod" and region.startswith("asia-"):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print("Production in Asia region")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env == "prod":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print("Production — other region")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print("Non-production environment")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48450" y="3320257"/>
            <a:ext cx="2743349" cy="15823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48450" y="3320257"/>
            <a:ext cx="2743349" cy="158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 — Dict lookup (replaces long elif chain)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33910" y="3523891"/>
            <a:ext cx="4275056" cy="1347071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662690" y="3522718"/>
            <a:ext cx="3968496" cy="1243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Instead of 10 elif branches — use a dict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handlers =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"start":   "Starting service...",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"stop":    "Stopping service...",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"restart": "Restarting service...",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= "restart"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print(handlers.get(action, "Unknown action"))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68448" cy="332751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5032" cy="332751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0"/>
            <a:ext cx="8068234" cy="332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while Loop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75320" y="0"/>
            <a:ext cx="733476" cy="332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-51880" y="4934257"/>
            <a:ext cx="91440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2440" y="4970833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Control Flow  ·  github.com/reachsatyavs/python-tutorials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04152" y="428537"/>
            <a:ext cx="1449550" cy="16939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4152" y="428537"/>
            <a:ext cx="1449550" cy="169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04152" y="721145"/>
            <a:ext cx="4078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as long as a condition stays True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don't know in advance how many iterations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Polling, retrying, waiting for user input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loops, server loops, event-driven programs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4152" y="1429384"/>
            <a:ext cx="1112325" cy="16939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4152" y="1429384"/>
            <a:ext cx="1112325" cy="169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92761" y="1640343"/>
            <a:ext cx="4078224" cy="1246548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7328" y="1620515"/>
            <a:ext cx="39044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condition: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body — runs while condition is True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ALWAYS update something so condition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eventually becomes False!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Optional else — runs after loop exits normally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condition: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print("Loop finished without break")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04152" y="2957466"/>
            <a:ext cx="1079576" cy="146403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4152" y="2957466"/>
            <a:ext cx="1079576" cy="146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64402" y="2964986"/>
            <a:ext cx="1744039" cy="226171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76657" y="2962297"/>
            <a:ext cx="1588946" cy="213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checked BEFORE each iteration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10834" y="3211164"/>
            <a:ext cx="1490927" cy="227030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834" y="3211164"/>
            <a:ext cx="149092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update state inside loop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758118" y="3211164"/>
            <a:ext cx="1754677" cy="234003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58119" y="3211164"/>
            <a:ext cx="1744038" cy="191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loop if condition never False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04152" y="3458377"/>
            <a:ext cx="1490927" cy="191798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4152" y="3471347"/>
            <a:ext cx="1490927" cy="191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exits immediately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767254" y="3477832"/>
            <a:ext cx="1745541" cy="191798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67254" y="3477832"/>
            <a:ext cx="1490927" cy="191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runs if no break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87796" y="3697565"/>
            <a:ext cx="1258059" cy="19179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7796" y="3697565"/>
            <a:ext cx="1258059" cy="191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EXAMPLE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74177" y="3934987"/>
            <a:ext cx="4050789" cy="971837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7328" y="4092654"/>
            <a:ext cx="3822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Count down from 5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5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i &gt; 0: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-= 1          # IMPORTANT: update i!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print("Liftoff!")  # runs after loop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410391" y="428537"/>
            <a:ext cx="45719" cy="439826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142830"/>
            <a:ext cx="2926080" cy="1686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142830"/>
            <a:ext cx="2926080" cy="168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— Retry with limit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7059" y="344850"/>
            <a:ext cx="4310909" cy="1784025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91455" y="358692"/>
            <a:ext cx="3968496" cy="1497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attempts = 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max_attempts = 3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 = False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attempts &lt; max_attempts and not success: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attempts += 1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print(f"Attempt {attempts}...")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Simulate: succeed on 3rd try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attempts == 3: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success = True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success: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print("Connected!")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print("Failed after", max_attempts, "attempts")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0" y="2151431"/>
            <a:ext cx="3196509" cy="1861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2151431"/>
            <a:ext cx="3196509" cy="18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— Accumulate until sentinel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0552" y="2351460"/>
            <a:ext cx="4330385" cy="1263905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73562" y="2358824"/>
            <a:ext cx="39684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Sum numbers — stop when 0 is entered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print("Enter numbers (0 to finish):")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 = int(input("&gt; "))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num != 0: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+= num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 = int(input("&gt; "))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print("Total:", total)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650" y="3644792"/>
            <a:ext cx="3417002" cy="15998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650" y="3644792"/>
            <a:ext cx="3417002" cy="159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 — Infinite loop with break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579135" y="3823812"/>
            <a:ext cx="4224528" cy="998205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16361" y="3848910"/>
            <a:ext cx="3968496" cy="89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Server-style event loop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 = input("Command: 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command == "quit":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print("Shutting down...")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print("Executing:", command)</a:t>
            </a:r>
            <a:endParaRPr lang="en-US" sz="800" dirty="0"/>
          </a:p>
        </p:txBody>
      </p:sp>
      <p:sp>
        <p:nvSpPr>
          <p:cNvPr id="47" name="Text 45">
            <a:hlinkClick r:id="rId3"/>
          </p:cNvPr>
          <p:cNvSpPr/>
          <p:nvPr/>
        </p:nvSpPr>
        <p:spPr>
          <a:xfrm>
            <a:off x="4757864" y="4925113"/>
            <a:ext cx="4041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https://github.com/reachsatyavs/python-tutorials/blob/main/ControlFlows/ControlFlowExamples.md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12970"/>
            <a:ext cx="9066179" cy="3611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" y="0"/>
            <a:ext cx="177943" cy="3307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3152" y="32425"/>
            <a:ext cx="8699449" cy="330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for Loop  +  break / continue / pass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55864" y="0"/>
            <a:ext cx="790859" cy="330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Course  ·  Control Flow  ·  github.com/reachsatyavs/python-tutorials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91182" y="428538"/>
            <a:ext cx="1449550" cy="1645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1182" y="428538"/>
            <a:ext cx="14495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91182" y="611418"/>
            <a:ext cx="40782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over every item in a collection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KNOW how many iterations in advance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lists, dicts, strings, ranges, files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readable than while when iterating sequences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1182" y="1312655"/>
            <a:ext cx="1216086" cy="17953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1182" y="1312655"/>
            <a:ext cx="1216086" cy="179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4696" y="1544238"/>
            <a:ext cx="4143073" cy="1705969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3062" y="1524784"/>
            <a:ext cx="3822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item in iterable: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body — runs once per item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range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range(start, stop, step):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enumerate (index + value)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i, val in enumerate(lst):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print(i, val)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dict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key, value in d.items():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print(key, "-&gt;", value)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908572"/>
              </p:ext>
            </p:extLst>
          </p:nvPr>
        </p:nvGraphicFramePr>
        <p:xfrm>
          <a:off x="178212" y="3308573"/>
          <a:ext cx="4143074" cy="869912"/>
        </p:xfrm>
        <a:graphic>
          <a:graphicData uri="http://schemas.openxmlformats.org/drawingml/2006/table">
            <a:tbl>
              <a:tblPr/>
              <a:tblGrid>
                <a:gridCol w="1058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40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74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</a:rPr>
                        <a:t>Statement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</a:rPr>
                        <a:t>Effect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4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break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Exit the loop immediately — skip else block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4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continue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Skip rest of current iteration; go to next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4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4D39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CBD5E1"/>
                          </a:solidFill>
                        </a:rPr>
                        <a:t>Do nothing — placeholder for empty blocks</a:t>
                      </a:r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177942" y="4342102"/>
            <a:ext cx="4156314" cy="568226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60833" y="4388865"/>
            <a:ext cx="3822192" cy="376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 in [1,2,3,4,5]: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== 3: continue  # skip 3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== 5: break     # stop at 5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print(n)             # prints 1, 2, 4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462272" y="804672"/>
            <a:ext cx="27432" cy="41330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650470" y="401590"/>
            <a:ext cx="4237498" cy="1333596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95736" y="425567"/>
            <a:ext cx="4038149" cy="129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Loop over a list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= ['apple', 'mango', 'kiwi']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fruit in fruits: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print(fruit.upper())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Loop over dict key-value pairs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{'Alice': 92, 'Bob': 78, 'Carol': 88}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name, score in scores.items():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grade = "Pass" if score &gt;= 80 else "Fail"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print(f"{name}: {score} → {grade}")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635466" y="1805140"/>
            <a:ext cx="4265472" cy="1542991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82797" y="1834370"/>
            <a:ext cx="39684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range: count 0 to 4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range(5):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print(i, end=" ")   # 0 1 2 3 4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range with step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range(0, 20, 5):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print(i, end=" ")   # 0 5 10 15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enumerate: get index + value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 = ['deploy', 'test', 'monitor']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idx, task in enumerate(tasks, start=1):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print(f"Step {idx}: {task}")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630690" y="3407987"/>
            <a:ext cx="4265472" cy="1610219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672427" y="3414073"/>
            <a:ext cx="3968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 = ['db','cache','api','queue','ui']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Find the first failing service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svc in services: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svc == 'api':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print(f"FAILED: {svc} — stopping check")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print(f"OK: {svc}")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Skip unknown entries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svc in services: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svc == 'queue': continue  # skip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print("Monitoring:", svc)</a:t>
            </a:r>
            <a:endParaRPr lang="en-US" sz="800" dirty="0"/>
          </a:p>
        </p:txBody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9B2CA73D-0640-63EF-2E8C-24A3D1DAEEDA}"/>
              </a:ext>
            </a:extLst>
          </p:cNvPr>
          <p:cNvSpPr/>
          <p:nvPr/>
        </p:nvSpPr>
        <p:spPr>
          <a:xfrm>
            <a:off x="6985817" y="448350"/>
            <a:ext cx="1763770" cy="20284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029B2CC8-09D0-88F4-944B-CCD15448878F}"/>
              </a:ext>
            </a:extLst>
          </p:cNvPr>
          <p:cNvSpPr/>
          <p:nvPr/>
        </p:nvSpPr>
        <p:spPr>
          <a:xfrm>
            <a:off x="6898023" y="454606"/>
            <a:ext cx="1742900" cy="20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— Iterate list + dict</a:t>
            </a:r>
            <a:endParaRPr lang="en-US" sz="850" dirty="0"/>
          </a:p>
        </p:txBody>
      </p:sp>
      <p:sp>
        <p:nvSpPr>
          <p:cNvPr id="41" name="Shape 24">
            <a:extLst>
              <a:ext uri="{FF2B5EF4-FFF2-40B4-BE49-F238E27FC236}">
                <a16:creationId xmlns:a16="http://schemas.microsoft.com/office/drawing/2014/main" id="{C383C007-1A4B-DF66-93D0-EF2F9431CA0C}"/>
              </a:ext>
            </a:extLst>
          </p:cNvPr>
          <p:cNvSpPr/>
          <p:nvPr/>
        </p:nvSpPr>
        <p:spPr>
          <a:xfrm>
            <a:off x="7015636" y="1840800"/>
            <a:ext cx="1733951" cy="1828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2" name="Text 25">
            <a:extLst>
              <a:ext uri="{FF2B5EF4-FFF2-40B4-BE49-F238E27FC236}">
                <a16:creationId xmlns:a16="http://schemas.microsoft.com/office/drawing/2014/main" id="{6F467E2A-052D-3814-A038-F805EB7CF711}"/>
              </a:ext>
            </a:extLst>
          </p:cNvPr>
          <p:cNvSpPr/>
          <p:nvPr/>
        </p:nvSpPr>
        <p:spPr>
          <a:xfrm>
            <a:off x="7015636" y="1840800"/>
            <a:ext cx="173395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— range + enumerate</a:t>
            </a:r>
            <a:endParaRPr lang="en-US" sz="850" dirty="0"/>
          </a:p>
        </p:txBody>
      </p:sp>
      <p:sp>
        <p:nvSpPr>
          <p:cNvPr id="45" name="Shape 28">
            <a:extLst>
              <a:ext uri="{FF2B5EF4-FFF2-40B4-BE49-F238E27FC236}">
                <a16:creationId xmlns:a16="http://schemas.microsoft.com/office/drawing/2014/main" id="{0C70514F-B2B0-745C-E3CF-74577B238E8B}"/>
              </a:ext>
            </a:extLst>
          </p:cNvPr>
          <p:cNvSpPr/>
          <p:nvPr/>
        </p:nvSpPr>
        <p:spPr>
          <a:xfrm>
            <a:off x="7040630" y="3667273"/>
            <a:ext cx="1741856" cy="175313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6" name="Text 29">
            <a:extLst>
              <a:ext uri="{FF2B5EF4-FFF2-40B4-BE49-F238E27FC236}">
                <a16:creationId xmlns:a16="http://schemas.microsoft.com/office/drawing/2014/main" id="{9A024F23-1937-FC3F-05B9-3C74A5C28A78}"/>
              </a:ext>
            </a:extLst>
          </p:cNvPr>
          <p:cNvSpPr/>
          <p:nvPr/>
        </p:nvSpPr>
        <p:spPr>
          <a:xfrm>
            <a:off x="7005791" y="3636512"/>
            <a:ext cx="1811534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 — break / continue in for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8249</TotalTime>
  <Words>1503</Words>
  <Application>Microsoft Macintosh PowerPoint</Application>
  <PresentationFormat>On-screen Show (16:9)</PresentationFormat>
  <Paragraphs>246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Control Flow</dc:title>
  <dc:subject>PptxGenJS Presentation</dc:subject>
  <dc:creator>Python Tutorials</dc:creator>
  <cp:lastModifiedBy>Prasad VSV</cp:lastModifiedBy>
  <cp:revision>20</cp:revision>
  <dcterms:created xsi:type="dcterms:W3CDTF">2026-04-07T01:08:32Z</dcterms:created>
  <dcterms:modified xsi:type="dcterms:W3CDTF">2026-04-27T00:21:01Z</dcterms:modified>
</cp:coreProperties>
</file>