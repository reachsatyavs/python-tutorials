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5828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achsatyavs/python-tutorials/blob/main/ControlFlows/ControlFlowExamples.md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achsatyavs/python-tutorials/blob/main/ControlFlows/ControlFlowExamples.m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achsatyavs/python-tutorials/blob/main/ControlFlows/ControlFlowExamples.m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achsatyavs/python-tutorials/blob/main/ControlFlows/ControlFlowExamples.md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714232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56856" cy="43891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76685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 What is Control Flow?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Control Flow  ·  github.com/reachsatyavs/python-tutorials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96072" y="463200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96072" y="777394"/>
            <a:ext cx="4078224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072" y="898814"/>
            <a:ext cx="4078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 is the order in which Python executes statements.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control flow, every program runs top-to-bottom — same instructions, same result, every single time.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 lets a program make decisions, repeat actions, and skip steps — adapting to different data and conditions at runtime.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3567" y="2030271"/>
            <a:ext cx="3840480" cy="24688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3567" y="2030271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PYTHON'S THREE CONTROL FLOW TOOLS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03567" y="2322879"/>
            <a:ext cx="1200263" cy="543463"/>
          </a:xfrm>
          <a:prstGeom prst="rect">
            <a:avLst/>
          </a:prstGeom>
          <a:solidFill>
            <a:srgbClr val="1E293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3567" y="2322879"/>
            <a:ext cx="1200263" cy="45719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3567" y="2361854"/>
            <a:ext cx="1200263" cy="209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3567" y="2654462"/>
            <a:ext cx="1200263" cy="195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/ elif / else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593455" y="2322879"/>
            <a:ext cx="1200263" cy="543463"/>
          </a:xfrm>
          <a:prstGeom prst="rect">
            <a:avLst/>
          </a:prstGeom>
          <a:solidFill>
            <a:srgbClr val="1E293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3455" y="2322879"/>
            <a:ext cx="1200263" cy="45719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93455" y="2354359"/>
            <a:ext cx="1200263" cy="209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93455" y="2646967"/>
            <a:ext cx="1200263" cy="195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 /  while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876014" y="2322879"/>
            <a:ext cx="1398281" cy="543463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015" y="2322879"/>
            <a:ext cx="1398280" cy="45719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3343" y="2346864"/>
            <a:ext cx="1200263" cy="209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Statements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983343" y="2639472"/>
            <a:ext cx="1200263" cy="195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 / continue / pass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88577" y="2932681"/>
            <a:ext cx="2377440" cy="24688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8577" y="2932681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ANALOGY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88577" y="3207000"/>
            <a:ext cx="4093214" cy="1732184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6593" y="3298441"/>
            <a:ext cx="38221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Without control flow — a robot that only walks straight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print("Step 1")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print("Step 2")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print("Step 3")   # always the same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With control flow — a robot that thinks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obstacle_ahead: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turn_left()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walk_forward()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09807" y="512367"/>
            <a:ext cx="27432" cy="41330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55945" y="478190"/>
            <a:ext cx="4224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Need Control Flow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655945" y="777394"/>
            <a:ext cx="4224528" cy="365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55945" y="939587"/>
            <a:ext cx="4224528" cy="768096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55945" y="939587"/>
            <a:ext cx="64008" cy="76809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2249" y="1067603"/>
            <a:ext cx="420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277737" y="1012739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decisions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277737" y="1305347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to different input, state, or conditions at runtime — not everything is known at write time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655945" y="1780835"/>
            <a:ext cx="4224528" cy="768096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55945" y="1780835"/>
            <a:ext cx="64008" cy="76809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2249" y="1908851"/>
            <a:ext cx="420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5277737" y="1853987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actions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277737" y="2146595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block many times without duplicating code — process every item in a list, retry an operation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655945" y="2622083"/>
            <a:ext cx="4224528" cy="768096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55945" y="2622083"/>
            <a:ext cx="64008" cy="76809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2249" y="2750099"/>
            <a:ext cx="420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⏭️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5277737" y="2695235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steps safely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277737" y="2987843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unnecessary work, break out early when done, or leave a placeholder for future code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655945" y="3463331"/>
            <a:ext cx="4224528" cy="768096"/>
          </a:xfrm>
          <a:prstGeom prst="rect">
            <a:avLst/>
          </a:prstGeom>
          <a:solidFill>
            <a:srgbClr val="1E29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55945" y="3463331"/>
            <a:ext cx="64008" cy="76809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2249" y="3591347"/>
            <a:ext cx="420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5277737" y="3536483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guard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277737" y="3829091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preconditions before acting — catch bad input, handle errors, enforce business rules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655945" y="4249715"/>
            <a:ext cx="4224528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55945" y="4249715"/>
            <a:ext cx="64008" cy="47548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02249" y="4286291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ControlFlowExamples.md</a:t>
            </a:r>
            <a:endParaRPr lang="en-US" sz="1100" dirty="0"/>
          </a:p>
        </p:txBody>
      </p:sp>
      <p:sp>
        <p:nvSpPr>
          <p:cNvPr id="55" name="Text 53">
            <a:hlinkClick r:id="rId3"/>
          </p:cNvPr>
          <p:cNvSpPr/>
          <p:nvPr/>
        </p:nvSpPr>
        <p:spPr>
          <a:xfrm>
            <a:off x="4802249" y="4505747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https://github.com/reachsatyavs/python-tutorials/blob/main/ControlFlows/ControlFlowExamples.md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759952" cy="354817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198"/>
            <a:ext cx="157679" cy="354817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7708758" cy="354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 Conditionals — if / elif / else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Control Flow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11063" y="399943"/>
            <a:ext cx="950676" cy="16759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1063" y="399943"/>
            <a:ext cx="950676" cy="16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03567" y="655075"/>
            <a:ext cx="4078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 block only when a condition is True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between two paths with if / else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between many paths with elif chains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input, guard against bad data, handle errors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8577" y="1433214"/>
            <a:ext cx="905855" cy="146303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8577" y="1433214"/>
            <a:ext cx="905855" cy="146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4486" y="1618492"/>
            <a:ext cx="4114800" cy="1013191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6653" y="1635733"/>
            <a:ext cx="38221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condition: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runs when condition is True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another_condition: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runs when first is False, this is True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yet_another: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as many elif branches as needed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runs when ALL above are False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3587" y="2719220"/>
            <a:ext cx="1220499" cy="15544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3587" y="2719220"/>
            <a:ext cx="122049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88577" y="2906898"/>
            <a:ext cx="1344168" cy="112122"/>
          </a:xfrm>
          <a:prstGeom prst="rect">
            <a:avLst/>
          </a:prstGeom>
          <a:solidFill>
            <a:srgbClr val="1E293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8577" y="2906898"/>
            <a:ext cx="1344168" cy="112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Indentation enforced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557129" y="2906898"/>
            <a:ext cx="1344168" cy="112122"/>
          </a:xfrm>
          <a:prstGeom prst="rect">
            <a:avLst/>
          </a:prstGeom>
          <a:solidFill>
            <a:srgbClr val="1E293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7129" y="2906898"/>
            <a:ext cx="1344168" cy="112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= any truthy value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25681" y="2906898"/>
            <a:ext cx="1344168" cy="112122"/>
          </a:xfrm>
          <a:prstGeom prst="rect">
            <a:avLst/>
          </a:prstGeom>
          <a:solidFill>
            <a:srgbClr val="1E293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25681" y="2906898"/>
            <a:ext cx="1344168" cy="112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is optional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88577" y="3072091"/>
            <a:ext cx="1344168" cy="112122"/>
          </a:xfrm>
          <a:prstGeom prst="rect">
            <a:avLst/>
          </a:prstGeom>
          <a:solidFill>
            <a:srgbClr val="1E293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8577" y="3072091"/>
            <a:ext cx="1344168" cy="112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elif can repeat many times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57129" y="3072091"/>
            <a:ext cx="1344168" cy="112122"/>
          </a:xfrm>
          <a:prstGeom prst="rect">
            <a:avLst/>
          </a:prstGeom>
          <a:solidFill>
            <a:srgbClr val="1E293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7129" y="3072091"/>
            <a:ext cx="1344168" cy="112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 evaluation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73587" y="3233986"/>
            <a:ext cx="1417919" cy="174783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3587" y="3233986"/>
            <a:ext cx="1417919" cy="174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EXAMPLE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57678" y="3455080"/>
            <a:ext cx="4176577" cy="1230099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6593" y="3614736"/>
            <a:ext cx="3822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404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status == 200:     print("OK")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status == 404:   print("Not Found")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status == 500:   print("Server Error")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                 print("Unknown:", status)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Inline ternary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"Pass" if score &gt;= 50 else "Fail"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462272" y="804672"/>
            <a:ext cx="27432" cy="41330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48450" y="414932"/>
            <a:ext cx="3474720" cy="24688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48450" y="414932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 — Numeric comparison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48450" y="689252"/>
            <a:ext cx="4224528" cy="1078992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6466" y="780692"/>
            <a:ext cx="39684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= 82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cpu_usage &gt; 90: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print("CRITICAL — scale up immediately")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cpu_usage &gt; 80: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print("WARNING — high CPU usage")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cpu_usage &gt; 60: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print("NOTICE — elevated usage")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print("OK — CPU normal")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48450" y="1823108"/>
            <a:ext cx="3657600" cy="24688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48450" y="1823108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 — Compound conditions (and / or)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648450" y="2097428"/>
            <a:ext cx="4224528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76466" y="2188868"/>
            <a:ext cx="3968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   = "prod"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 = "asia-south1"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env == "prod" and region.startswith("asia-"):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print("Production in Asia region")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env == "prod":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print("Production — other region")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print("Non-production environment")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4648450" y="3158132"/>
            <a:ext cx="3840480" cy="24688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48450" y="3158132"/>
            <a:ext cx="3840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 — Dict lookup (replaces long elif chain)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648450" y="3432452"/>
            <a:ext cx="4224528" cy="768096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76466" y="3523892"/>
            <a:ext cx="3968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Instead of 10 elif branches — use a dict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handlers = {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"start":   "Starting service...",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"stop":    "Stopping service...",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"restart": "Restarting service...",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 = "restart"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print(handlers.get(action, "Unknown action"))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4648450" y="4246268"/>
            <a:ext cx="4224528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48450" y="4246268"/>
            <a:ext cx="64008" cy="47548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94754" y="428284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ControlFlowExamples.md</a:t>
            </a:r>
            <a:endParaRPr lang="en-US" sz="1100" dirty="0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4794754" y="4502300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https://github.com/reachsatyavs/python-tutorials/blob/main/ControlFlows/ControlFlowExamples.md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while Loop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Control Flow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56032" y="804672"/>
            <a:ext cx="1828800" cy="2468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80467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6032" y="1097280"/>
            <a:ext cx="4078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as long as a condition stays True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don't know in advance how many iterations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Polling, retrying, waiting for user input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loops, server loops, event-driven programs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1837944"/>
            <a:ext cx="1371600" cy="2468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183794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6032" y="2121408"/>
            <a:ext cx="4078224" cy="969264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212848"/>
            <a:ext cx="38221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condition: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body — runs while condition is True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ALWAYS update something so condition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eventually becomes False!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Optional else — runs after loop exits normally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condition: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print("Loop finished without break")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256032" y="3145536"/>
            <a:ext cx="1371600" cy="2468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314553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6032" y="3438144"/>
            <a:ext cx="1304544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" y="3438144"/>
            <a:ext cx="1304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checked BEFORE each iteration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24584" y="3438144"/>
            <a:ext cx="1304544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24584" y="3438144"/>
            <a:ext cx="1304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update state inside loop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93136" y="3438144"/>
            <a:ext cx="1304544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93136" y="3438144"/>
            <a:ext cx="1304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loop if condition never False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6032" y="3730752"/>
            <a:ext cx="1304544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" y="3730752"/>
            <a:ext cx="1304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exits immediately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624584" y="3730752"/>
            <a:ext cx="1304544" cy="246888"/>
          </a:xfrm>
          <a:prstGeom prst="rect">
            <a:avLst/>
          </a:prstGeom>
          <a:solidFill>
            <a:srgbClr val="1E293B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24584" y="3730752"/>
            <a:ext cx="1304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runs if no break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56032" y="4005072"/>
            <a:ext cx="1828800" cy="2468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" y="400507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EXAMPLE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56032" y="4279392"/>
            <a:ext cx="4078224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370832"/>
            <a:ext cx="3822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Count down from 5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5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i &gt; 0: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 -= 1          # IMPORTANT: update i!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print("Liftoff!")  # runs after loop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4462272" y="804672"/>
            <a:ext cx="27432" cy="41330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804672"/>
            <a:ext cx="2926080" cy="2468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804672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 — Retry with limit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1078992"/>
            <a:ext cx="4224528" cy="1335024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91456" y="1170432"/>
            <a:ext cx="396849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attempts = 0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max_attempts = 3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success = False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attempts &lt; max_attempts and not success: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attempts += 1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print(f"Attempt {attempts}...")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Simulate: succeed on 3rd try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attempts == 3: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success = True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success: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print("Connected!")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print("Failed after", max_attempts, "attempts")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4663440" y="2468880"/>
            <a:ext cx="3474720" cy="2468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246888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 — Accumulate until sentinel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663440" y="2743200"/>
            <a:ext cx="4224528" cy="950976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91456" y="2834640"/>
            <a:ext cx="39684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Sum numbers — stop when 0 is entered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0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print("Enter numbers (0 to finish):")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 = int(input("&gt; "))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num != 0: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num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 = int(input("&gt; "))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print("Total:", total)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4663440" y="3749040"/>
            <a:ext cx="3474720" cy="2468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374904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 — Infinite loop with break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663440" y="4023360"/>
            <a:ext cx="4224528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91456" y="4114800"/>
            <a:ext cx="3968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Server-style event loop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 = input("Command: ")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command == "quit":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print("Shutting down...")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print("Executing:", command)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4663440" y="4727448"/>
            <a:ext cx="4224528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3440" y="4727448"/>
            <a:ext cx="64008" cy="4754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9744" y="476402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ControlFlowExamples.md</a:t>
            </a:r>
            <a:endParaRPr lang="en-US" sz="1100" dirty="0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4809744" y="4983480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https://github.com/reachsatyavs/python-tutorials/blob/main/ControlFlows/ControlFlowExamples.md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583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for Loop  +  break / continue / pass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75320" y="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992624"/>
            <a:ext cx="9144000" cy="27432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5029200"/>
            <a:ext cx="8595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Course  ·  Control Flow  ·  github.com/reachsatyavs/python-tutorials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56032" y="804672"/>
            <a:ext cx="182880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80467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6032" y="1097280"/>
            <a:ext cx="4078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over every item in a collection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KNOW how many iterations in advance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lists, dicts, strings, ranges, files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readable than while when iterating sequences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" y="1837944"/>
            <a:ext cx="137160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" y="183794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6032" y="2121408"/>
            <a:ext cx="4078224" cy="1188720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212848"/>
            <a:ext cx="38221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item in iterable: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body — runs once per item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With range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range(start, stop, step):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With enumerate (index + value)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val in enumerate(lst):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print(i, val)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With dict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key, value in d.items():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print(key, "-&gt;", value)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256032" y="3364992"/>
            <a:ext cx="201168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032" y="336499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STATEMENTS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3639312"/>
          <a:ext cx="4078224" cy="1170432"/>
        </p:xfrm>
        <a:graphic>
          <a:graphicData uri="http://schemas.openxmlformats.org/drawingml/2006/table">
            <a:tbl>
              <a:tblPr/>
              <a:tblGrid>
                <a:gridCol w="1042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Statement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1F5F9"/>
                          </a:solidFill>
                        </a:rPr>
                        <a:t>Effect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break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</a:rPr>
                        <a:t>Exit the loop immediately — skip else block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continue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</a:rPr>
                        <a:t>Skip rest of current iteration; go to next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4D399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pass</a:t>
                      </a:r>
                      <a:endParaRPr lang="en-US" sz="9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CBD5E1"/>
                          </a:solidFill>
                        </a:rPr>
                        <a:t>Do nothing — placeholder for empty blocks</a:t>
                      </a:r>
                      <a:endParaRPr lang="en-US" sz="950" dirty="0"/>
                    </a:p>
                  </a:txBody>
                  <a:tcPr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256032" y="4535424"/>
            <a:ext cx="164592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6032" y="4535424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EXAMPLE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256032" y="4809744"/>
            <a:ext cx="4078224" cy="128016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" y="4901184"/>
            <a:ext cx="382219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 in [1,2,3,4,5]: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3: continue  # skip 3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5: break     # stop at 5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print(n)             # prints 1, 2, 4</a:t>
            </a:r>
            <a:endParaRPr lang="en-US" sz="980" dirty="0"/>
          </a:p>
        </p:txBody>
      </p:sp>
      <p:sp>
        <p:nvSpPr>
          <p:cNvPr id="22" name="Shape 19"/>
          <p:cNvSpPr/>
          <p:nvPr/>
        </p:nvSpPr>
        <p:spPr>
          <a:xfrm>
            <a:off x="4462272" y="804672"/>
            <a:ext cx="27432" cy="413308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63440" y="804672"/>
            <a:ext cx="292608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63440" y="804672"/>
            <a:ext cx="2926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 — Iterate list + dict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663440" y="1078992"/>
            <a:ext cx="4224528" cy="1188720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91456" y="1170432"/>
            <a:ext cx="3968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over a list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fruits = ['apple', 'mango', 'kiwi']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fruit in fruits: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print(fruit.upper())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over dict key-value pairs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{'Alice': 92, 'Bob': 78, 'Carol': 88}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name, score in scores.items():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grade = "Pass" if score &gt;= 80 else "Fail"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print(f"{name}: {score} → {grade}")</a:t>
            </a:r>
            <a:endParaRPr lang="en-US" sz="980" dirty="0"/>
          </a:p>
        </p:txBody>
      </p:sp>
      <p:sp>
        <p:nvSpPr>
          <p:cNvPr id="27" name="Shape 24"/>
          <p:cNvSpPr/>
          <p:nvPr/>
        </p:nvSpPr>
        <p:spPr>
          <a:xfrm>
            <a:off x="4663440" y="2322576"/>
            <a:ext cx="310896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663440" y="2322576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 — range + enumerate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663440" y="2596896"/>
            <a:ext cx="4224528" cy="1115568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91456" y="2688336"/>
            <a:ext cx="39684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range: count 0 to 4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range(5):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print(i, end=" ")   # 0 1 2 3 4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range with step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range(0, 20, 5):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print(i, end=" ")   # 0 5 10 15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enumerate: get index + value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 = ['deploy', 'test', 'monitor']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idx, task in enumerate(tasks, start=1):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print(f"Step {idx}: {task}")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4663440" y="3767328"/>
            <a:ext cx="3474720" cy="246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63440" y="376732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 — break / continue in for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63440" y="4041648"/>
            <a:ext cx="4224528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91456" y="4133088"/>
            <a:ext cx="3968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 = ['db','cache','api','queue','ui']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Find the first failing service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svc in services: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svc == 'api':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print(f"FAILED: {svc} — stopping check")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print(f"OK: {svc}")</a:t>
            </a:r>
            <a:endParaRPr lang="en-US" sz="980" dirty="0"/>
          </a:p>
          <a:p>
            <a:pPr marL="0" indent="0">
              <a:buNone/>
            </a:pP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Skip unknown entries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svc in services: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svc == 'queue': continue  # skip</a:t>
            </a:r>
            <a:endParaRPr lang="en-US" sz="980" dirty="0"/>
          </a:p>
          <a:p>
            <a:pPr marL="0" indent="0">
              <a:buNone/>
            </a:pPr>
            <a:r>
              <a:rPr lang="en-US" sz="98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print("Monitoring:", svc)</a:t>
            </a:r>
            <a:endParaRPr lang="en-US" sz="980" dirty="0"/>
          </a:p>
        </p:txBody>
      </p:sp>
      <p:sp>
        <p:nvSpPr>
          <p:cNvPr id="35" name="Shape 32"/>
          <p:cNvSpPr/>
          <p:nvPr/>
        </p:nvSpPr>
        <p:spPr>
          <a:xfrm>
            <a:off x="4663440" y="5010912"/>
            <a:ext cx="4224528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63440" y="5010912"/>
            <a:ext cx="64008" cy="4754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809744" y="504748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ControlFlowExamples.md</a:t>
            </a:r>
            <a:endParaRPr lang="en-US" sz="1100" dirty="0"/>
          </a:p>
        </p:txBody>
      </p:sp>
      <p:sp>
        <p:nvSpPr>
          <p:cNvPr id="38" name="Text 35">
            <a:hlinkClick r:id="rId3"/>
          </p:cNvPr>
          <p:cNvSpPr/>
          <p:nvPr/>
        </p:nvSpPr>
        <p:spPr>
          <a:xfrm>
            <a:off x="4809744" y="5266944"/>
            <a:ext cx="4041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https://github.com/reachsatyavs/python-tutorials/blob/main/ControlFlows/ControlFlowExamples.md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1557</Words>
  <Application>Microsoft Macintosh PowerPoint</Application>
  <PresentationFormat>On-screen Show (16:9)</PresentationFormat>
  <Paragraphs>254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Control Flow</dc:title>
  <dc:subject>PptxGenJS Presentation</dc:subject>
  <dc:creator>Python Tutorials</dc:creator>
  <cp:lastModifiedBy>Prasad VSV</cp:lastModifiedBy>
  <cp:revision>8</cp:revision>
  <dcterms:created xsi:type="dcterms:W3CDTF">2026-04-07T01:08:32Z</dcterms:created>
  <dcterms:modified xsi:type="dcterms:W3CDTF">2026-04-07T01:34:55Z</dcterms:modified>
</cp:coreProperties>
</file>