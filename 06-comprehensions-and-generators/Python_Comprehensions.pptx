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8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3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16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328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0" y="1828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0" b="1" dirty="0">
                <a:solidFill>
                  <a:srgbClr val="0D9488">
                    <a:alpha val="40000"/>
                  </a:srgbClr>
                </a:solidFill>
              </a:rPr>
              <a:t>{  }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Series · Module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· Faster · More Pythonic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566160"/>
            <a:ext cx="1920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List [ 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3566160"/>
            <a:ext cx="1920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Set { 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3566160"/>
            <a:ext cx="1920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Dict { : 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3566160"/>
            <a:ext cx="19202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Generator ( 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Satya VS  ·  github.com/reachsatyavs/python-tutorials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a Comprehension?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77724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A comprehension is a concise, readable way to build a collection (list, set, or dict) from an existing iterable — all in a single expression.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51760" cy="2286000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265176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Without 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· 3–4 lines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· Create empty list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9352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· for-loop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284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· .append()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691640"/>
            <a:ext cx="2651760" cy="228600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691640"/>
            <a:ext cx="265176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With 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· 1 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542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· Expression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9352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· for clause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33284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· optional if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1691640"/>
            <a:ext cx="2651760" cy="228600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691640"/>
            <a:ext cx="26517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bother?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· Readable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2542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· Faster (C speed)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29352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· More Pythonic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33284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· Less boilerplate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096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The anatomy — just 3 parts: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370832"/>
            <a:ext cx="841248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443984"/>
            <a:ext cx="8138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expression    for item in iterable    if condition 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818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↑ what to produce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66160" y="4818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↑ the loop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4818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↑ optional filter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Do We Need Comprehensions?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Traditional for-loop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61288"/>
            <a:ext cx="402336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37490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range(1, 6):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squares.append(n ** 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print(squares)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4, 9, 16, 25]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0" y="777240"/>
            <a:ext cx="37490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777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List Comprehension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1161288"/>
            <a:ext cx="374904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234440"/>
            <a:ext cx="34747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[n**2 for n in range(1, 6)]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print(squares)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4, 9, 16, 25]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1965960" cy="146304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</a:rPr>
              <a:t>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3547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Less code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840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3 lines → 1 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4600" y="3063240"/>
            <a:ext cx="1965960" cy="146304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514600" y="3547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Faster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3840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Runs at C speed internally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1965960" cy="146304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◎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63440" y="3547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Readable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3840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Reads like English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3063240"/>
            <a:ext cx="1965960" cy="146304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A34A"/>
                </a:solidFill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12280" y="3547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Pythonic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12280" y="3840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The community way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Same result · Same logic · Half the lines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List Comprehension  [ ]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92240" y="1645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list · ordered · allows duplicates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0467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expression    for item in iterable    if condition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27432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274320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55064"/>
            <a:ext cx="24688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= ['rajeev','priya','arun']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 = [n.upper()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n in names]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['RAJEEV','PRIYA','ARUN']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234440"/>
            <a:ext cx="27432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581912"/>
            <a:ext cx="274320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55064"/>
            <a:ext cx="24688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[45,82,60,91,38,74]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= [s for s in scores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if s &gt;= 60]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[82, 60, 91, 74]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2743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Transform + Filter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581912"/>
            <a:ext cx="274320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655064"/>
            <a:ext cx="24688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= [45,82,60,91,38]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 = ['pass' if m&gt;=60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'fail'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m in marks]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127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Real-world — data cleaning: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10712"/>
            <a:ext cx="841248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83864"/>
            <a:ext cx="813816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[{"name":"  Rajeev ","score":82},{"name":"Priya","score":45},{"name":" Arun  ","score":91}]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toppers = [s["name"].strip() for s in students if s["score"] &gt;= 60]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["Rajeev", "Arun"]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737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if at END = filter   ·   if-else in EXPRESSION = transform all differently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Set Comprehension  { }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92240" y="1645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set · unordered · NO duplicates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0467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expression    for item in iterable    if condition 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8412480" cy="50292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618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Same syntax as list comprehension — just swap [ ] for { }. Duplicates are automatically removed. Order is NOT guaranteed.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502920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20240"/>
            <a:ext cx="475488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 = ["Delhi","Mumbai","Delhi","Bangalore","Mumbai"]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unique cities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= {c.upper() for c in cities}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{'DELHI', 'MUMBAI', 'BANGALORE'}  ← no duplicates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unique first letters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letters = {c[0] for c in cities}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{'D', 'M', 'B'}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847088"/>
            <a:ext cx="3200400" cy="123444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938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Use set comprehension when: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22860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· You want unique values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15000" y="2542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· Deduplication needed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15000" y="27980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· Order doesn't matter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3200400"/>
            <a:ext cx="3200400" cy="1389888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vs list — quick rule: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→ keep duplicates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 → remove duplicates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set(comprehension_result) is the long way — { } does it in one shot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Dict Comprehension  { key: value }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69480" y="1645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69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dict · key-value pairs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0467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key: value    for item in iterable    if condition 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8412480" cy="41148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527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Same curly braces as set — but the colon ( : ) tells Python 'this is a dict, not a set'.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64792"/>
            <a:ext cx="274320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6479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Zip 2 lists → dict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84832"/>
            <a:ext cx="2743200" cy="1874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57984"/>
            <a:ext cx="246888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['Rajeev','Priya','Arun']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  = [82, 91, 74]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{name: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name,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zip(students, scores)}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{'Rajeev':82,'Priya':91,'Arun':74}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764792"/>
            <a:ext cx="2743200" cy="301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76479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Invert a dict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084832"/>
            <a:ext cx="2743200" cy="1874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157984"/>
            <a:ext cx="246888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= {'a':1, 'b':2, 'c':3}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inverted = {v: 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k, v in original.items()}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{1:'a', 2:'b', 3:'c'}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764792"/>
            <a:ext cx="274320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76479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Filter a dict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084832"/>
            <a:ext cx="2743200" cy="1874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157984"/>
            <a:ext cx="246888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{'Rajeev':82,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'Priya':45, 'Arun':91}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toppers = {k:v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k,v in data.items()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v &gt;= 60}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{'Rajeev':82,'Arun':91}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The colon is the only difference between  { x ... }  (set)  and  { k:v ... }  (dict)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Generator Expression  ( 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0" y="1645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generator · lazy · memory-efficient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0467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expression    for item in iterable    if condition 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8412480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618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Parentheses instead of brackets. Values are computed ONE AT A TIME, only when asked. Nothing stored in memory upfront.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5303520" cy="3154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74520"/>
            <a:ext cx="5029200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— ALL values built immediately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sq_list = [x**2 for x in range(10)]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print(sq_list)   # [0, 1, 4, 9, 16 ...]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generator — nothing computed yet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sq_gen = (x**2 for x in range(10))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print(sq_gen)    # &lt;generator object&gt;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pull one value at a 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print(next(sq_gen))  # 0  ← computed NOW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print(next(sq_gen))  # 1  ← computed NOW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most common use: pass to sum/max/any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sum(x**2 for x in range(1_000_000))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never stores 1M values in memory!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1801368"/>
            <a:ext cx="2971800" cy="1417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List  [ 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217627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· Builds full list in RAM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245059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· Use when you need indexing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72491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· Use when you loop multiple times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06440" y="3328416"/>
            <a:ext cx="2971800" cy="1627632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Generator  ( 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370332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· Computes on demand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397764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· Memory-efficient for large 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425196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· Use with sum/max/min/any/all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452628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· Can only iterate ONCE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Rule: passing to sum() / max() / any() ?  →  use ( )  not [ ]  — no need to build the full list first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No Tuple Comprehension?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663440" cy="129844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438912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868680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( ) is already taken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188720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Parentheses are claimed by generator expressions.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( x for x in it )  →  generator, not tuple.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No bracket left to assign to tuple.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663440" cy="1298448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94560"/>
            <a:ext cx="438912" cy="1298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94560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96112" y="2286000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Immutability — partially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2606040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Immutability doesn't prevent creation — tuple([1,2,3]) works fine.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But there's no point adding a new syntax just for tuple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when tuple(generator) already does the job cleanly.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639312"/>
            <a:ext cx="4663440" cy="135331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12464"/>
            <a:ext cx="43891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no such syntax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(x**2 for x in range(5))  → this is a GENERATOR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correct way to get a tuple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tuple(x**2 for x in range(5))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print(t)       # (0, 1, 4, 9, 16)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print(type(t)) # &lt;class 'tuple'&gt;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777240"/>
            <a:ext cx="35661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777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Has comprehension?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1161288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85232" y="1289304"/>
            <a:ext cx="80467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12893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44768" y="1307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 for x in it]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10144" y="12893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1783080"/>
            <a:ext cx="35661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5232" y="1911096"/>
            <a:ext cx="8046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191109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44768" y="1929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{x for x in it}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10144" y="19110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12080" y="2404872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85232" y="2532888"/>
            <a:ext cx="80467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85232" y="253288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dict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44768" y="2551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{k:v for x in it}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10144" y="25328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12080" y="3026664"/>
            <a:ext cx="35661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85232" y="3154680"/>
            <a:ext cx="80467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315468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generator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44768" y="3172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for x in it)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10144" y="31546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212080" y="3648456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85232" y="3776472"/>
            <a:ext cx="804672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85232" y="377647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tuple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44768" y="3794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tuple(x for x in it)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10144" y="3776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212080" y="4270248"/>
            <a:ext cx="35661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85232" y="4398264"/>
            <a:ext cx="804672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85232" y="43982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string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44768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"".join(x for x in it)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10144" y="4398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( ) is claimed by generator — tuple and string have no native comprehension syntax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Input: Any Iterable  ·  Output: Fixed by Brackets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If Python can loop over it with  for  →  you can use it as source in a comprehension. Output type is set by brackets.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307592"/>
            <a:ext cx="41148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075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Any iterable as INPUT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4114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755648"/>
            <a:ext cx="5486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7556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42416" y="175564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 for x in [1,2,3]]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411480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194560"/>
            <a:ext cx="54864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1945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2416" y="219456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 for ch in "hello"]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42032"/>
            <a:ext cx="4114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2633472"/>
            <a:ext cx="54864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6334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range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42416" y="263347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 for x in range(5)]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80944"/>
            <a:ext cx="411480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072384"/>
            <a:ext cx="548640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0723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tuple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42416" y="307238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 for x in (1,2,3)]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19856"/>
            <a:ext cx="4114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511296"/>
            <a:ext cx="54864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51129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2416" y="351129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 for k in {"a":1}]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858768"/>
            <a:ext cx="411480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3950208"/>
            <a:ext cx="54864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9502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2416" y="395020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 for x in {1,2,3}]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297680"/>
            <a:ext cx="4114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4389120"/>
            <a:ext cx="548640" cy="23774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3891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42416" y="438912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[line for line in open("f.txt")]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1307592"/>
            <a:ext cx="41148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13075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String — the special case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1664208"/>
            <a:ext cx="4114800" cy="5029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1719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✅  String AS INPUT — works perfectly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2194560"/>
            <a:ext cx="411480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267712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vowels = [ch for ch in "hello world"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if ch in "aeiou"]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['e', 'o', 'o']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3182112"/>
            <a:ext cx="4114800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2369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❌  String AS OUTPUT — no native syntax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3712464"/>
            <a:ext cx="41148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785616"/>
            <a:ext cx="3840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use join() instead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= "helow word"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"".join(x + "-" for x in it)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h-e-l-o-w- -w-o-r-d-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String is iterable as INPUT — but join() is needed to get a string OUTPUT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All 4 Types — Side by Side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96012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503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List  [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179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expr for x in it 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886968"/>
            <a:ext cx="11887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8869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returns list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11978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Ordered · Allows duplicates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Use: General transformation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837944"/>
            <a:ext cx="8412480" cy="96012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37944"/>
            <a:ext cx="10972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911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Set  { 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expr for x in it 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1947672"/>
            <a:ext cx="118872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9476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returns set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22585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Unordered · No duplicates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0" y="211226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Use: Deduplication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898648"/>
            <a:ext cx="8412480" cy="96012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898648"/>
            <a:ext cx="10972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9718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Dict  { k:v }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3300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k:v for x in it }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3008376"/>
            <a:ext cx="118872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0083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returns dict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3319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Key-value pairs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0" y="31729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Use: Build / invert / filter dicts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959352"/>
            <a:ext cx="8412480" cy="960120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959352"/>
            <a:ext cx="10972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032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Generator  ( 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4361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expr for x in it 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91840" y="4069080"/>
            <a:ext cx="118872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4069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returns generator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43799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Lazy · Memory-efficient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0" y="4233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Use: Large data, sum/max/any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When NOT to Use Comprehensions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438912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863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Golden Rule: if it doesn't fit on 1–2 readable lines, use a regular for-loop instead.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316736"/>
            <a:ext cx="41148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167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Avoid these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411480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37360"/>
            <a:ext cx="3840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side effects inside comprehension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[print(x) for x in range(5)]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 complex — hard to read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[f(x) if g(x)&gt;0 else h(x)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for x in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if p(x) and q(x)]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16736"/>
            <a:ext cx="411480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3167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Use a loop instead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664208"/>
            <a:ext cx="411480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737360"/>
            <a:ext cx="3840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side effects → plain loop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range(5):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complex logic → loop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data: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p(x) and q(x):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result.append(f(x) if g(x)&gt;0 else h(x))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2743200" cy="896112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950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✗  Side effects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42702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print(), write(), .append() with external state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3886200"/>
            <a:ext cx="2743200" cy="896112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3950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✗  Deeply nested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01568" y="42702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More than 2 for clauses gets unreadable fast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886200"/>
            <a:ext cx="2743200" cy="896112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3950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✗  Complex logic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7648" y="42702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If you need a comment to explain it, use a loop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Comprehensions are for BUILDING collections — not for running side effects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Mental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How every comprehension works — regardless of type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651760" cy="30175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265176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iterable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1645920"/>
            <a:ext cx="111556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92224" y="1645920"/>
            <a:ext cx="1115568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92224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" y="2258568"/>
            <a:ext cx="1115568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585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tuple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92224" y="2258568"/>
            <a:ext cx="111556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92224" y="22585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range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" y="2871216"/>
            <a:ext cx="1115568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871216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92224" y="2871216"/>
            <a:ext cx="1115568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92224" y="2871216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" y="3483864"/>
            <a:ext cx="1115568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48386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92224" y="3483864"/>
            <a:ext cx="1115568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92224" y="348386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generator...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1879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Source — anything Python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can  for  loop over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3063240" y="2331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A4A"/>
                </a:solidFill>
              </a:rPr>
              <a:t>→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3337560" y="1078992"/>
            <a:ext cx="2651760" cy="3017520"/>
          </a:xfrm>
          <a:prstGeom prst="rect">
            <a:avLst/>
          </a:prstGeom>
          <a:solidFill>
            <a:srgbClr val="EFF6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1078992"/>
            <a:ext cx="2651760" cy="4206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10789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brackets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502152" y="1700784"/>
            <a:ext cx="9144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02152" y="17007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53128" y="173736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37176" y="1700784"/>
            <a:ext cx="9601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37176" y="170078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02152" y="2340864"/>
            <a:ext cx="9144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02152" y="23408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453128" y="23774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837176" y="2340864"/>
            <a:ext cx="9601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7176" y="234086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502152" y="2980944"/>
            <a:ext cx="9144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02152" y="29809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{k:v}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453128" y="301752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837176" y="2980944"/>
            <a:ext cx="9601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37176" y="298094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dict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502152" y="3621024"/>
            <a:ext cx="9144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02152" y="36210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453128" y="365760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837176" y="3621024"/>
            <a:ext cx="9601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37176" y="362102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generator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337560" y="41879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You choose the output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by picking the bracket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6035040" y="2331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A4A"/>
                </a:solidFill>
              </a:rPr>
              <a:t>→</a:t>
            </a:r>
            <a:endParaRPr lang="en-US" sz="3200" dirty="0"/>
          </a:p>
        </p:txBody>
      </p:sp>
      <p:sp>
        <p:nvSpPr>
          <p:cNvPr id="51" name="Shape 49"/>
          <p:cNvSpPr/>
          <p:nvPr/>
        </p:nvSpPr>
        <p:spPr>
          <a:xfrm>
            <a:off x="6309360" y="1078992"/>
            <a:ext cx="2651760" cy="30175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1078992"/>
            <a:ext cx="265176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10789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output type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473952" y="1700784"/>
            <a:ext cx="80467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73952" y="170078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list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33488" y="17556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ordered, duplicates ok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73952" y="2340864"/>
            <a:ext cx="80467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73952" y="234086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33488" y="23957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unique values only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73952" y="2980944"/>
            <a:ext cx="80467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73952" y="298094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dict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333488" y="30358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key → value pairs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473952" y="3621024"/>
            <a:ext cx="80467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73952" y="362102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generator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333488" y="3675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lazy, one at a time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309360" y="41879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Always a Python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built-in collection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7" name="Shape 65"/>
          <p:cNvSpPr/>
          <p:nvPr/>
        </p:nvSpPr>
        <p:spPr>
          <a:xfrm>
            <a:off x="365760" y="4736592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47823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</a:rPr>
              <a:t>The bracket is the only decision you make — everything else follows from it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Quick Recap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Python Comprehensions — Cheat Sheet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531133" cy="429160"/>
          </a:xfrm>
          <a:prstGeom prst="rect">
            <a:avLst/>
          </a:prstGeom>
          <a:solidFill>
            <a:srgbClr val="0D948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1407938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29968" y="1097280"/>
            <a:ext cx="3027067" cy="429160"/>
          </a:xfrm>
          <a:prstGeom prst="rect">
            <a:avLst/>
          </a:prstGeom>
          <a:solidFill>
            <a:srgbClr val="0D948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21408" y="1143000"/>
            <a:ext cx="2903873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48656" y="1097280"/>
            <a:ext cx="1091152" cy="429160"/>
          </a:xfrm>
          <a:prstGeom prst="rect">
            <a:avLst/>
          </a:prstGeom>
          <a:solidFill>
            <a:srgbClr val="0D948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0096" y="1143000"/>
            <a:ext cx="967958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55664" y="1097280"/>
            <a:ext cx="2587087" cy="429160"/>
          </a:xfrm>
          <a:prstGeom prst="rect">
            <a:avLst/>
          </a:prstGeom>
          <a:solidFill>
            <a:srgbClr val="0D948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1143000"/>
            <a:ext cx="2463892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19072"/>
            <a:ext cx="1531133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64792"/>
            <a:ext cx="1407938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 [ 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1719072"/>
            <a:ext cx="3027067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1764792"/>
            <a:ext cx="2903873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expr for x in it if cond 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48656" y="1719072"/>
            <a:ext cx="1091152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1764792"/>
            <a:ext cx="967958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55664" y="1719072"/>
            <a:ext cx="2587087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1764792"/>
            <a:ext cx="2463892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keeps duplicates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340864"/>
            <a:ext cx="1531133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86584"/>
            <a:ext cx="1407938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 { }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29968" y="2340864"/>
            <a:ext cx="3027067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21408" y="2386584"/>
            <a:ext cx="2903873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expr for x in it if cond }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48656" y="2340864"/>
            <a:ext cx="1091152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0096" y="2386584"/>
            <a:ext cx="967958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55664" y="2340864"/>
            <a:ext cx="2587087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2386584"/>
            <a:ext cx="2463892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Unordered, no duplicates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962656"/>
            <a:ext cx="1531133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008376"/>
            <a:ext cx="1407938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 { k:v }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29968" y="2962656"/>
            <a:ext cx="3027067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21408" y="3008376"/>
            <a:ext cx="2903873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k:v for x in it if cond }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248656" y="2962656"/>
            <a:ext cx="1091152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0096" y="3008376"/>
            <a:ext cx="967958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55664" y="2962656"/>
            <a:ext cx="2587087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3008376"/>
            <a:ext cx="2463892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584448"/>
            <a:ext cx="1531133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30168"/>
            <a:ext cx="1407938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 ( 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029968" y="3584448"/>
            <a:ext cx="3027067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1408" y="3630168"/>
            <a:ext cx="2903873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expr for x in it if cond 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248656" y="3584448"/>
            <a:ext cx="1091152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0096" y="3630168"/>
            <a:ext cx="967958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55664" y="3584448"/>
            <a:ext cx="2587087" cy="429160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47104" y="3630168"/>
            <a:ext cx="2463892" cy="3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— computes on demand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32508" y="414971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Key Takeaways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32508" y="443317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· [ ] list  ·  { } set  ·  { k:v } dict  ·  ( ) generator — just change the brackets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2508" y="457948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· All share the same  for...if  clause structure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2508" y="472578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· Generator is lazy — use it with sum() / max() / any() for large data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2508" y="487209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· Too complex to read in one line?  Use a regular for-loop instead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10348" y="475321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github.com/reachsatyavs/python-tutorials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2078</Words>
  <Application>Microsoft Macintosh PowerPoint</Application>
  <PresentationFormat>On-screen Show (16:9)</PresentationFormat>
  <Paragraphs>358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Comprehensions</dc:title>
  <dc:subject>PptxGenJS Presentation</dc:subject>
  <dc:creator>PptxGenJS</dc:creator>
  <cp:lastModifiedBy>Prasad VSV</cp:lastModifiedBy>
  <cp:revision>6</cp:revision>
  <dcterms:created xsi:type="dcterms:W3CDTF">2026-05-03T11:41:38Z</dcterms:created>
  <dcterms:modified xsi:type="dcterms:W3CDTF">2026-05-03T12:24:29Z</dcterms:modified>
</cp:coreProperties>
</file>