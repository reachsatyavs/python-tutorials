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61" r:id="rId4"/>
    <p:sldId id="256" r:id="rId5"/>
    <p:sldId id="257" r:id="rId6"/>
    <p:sldId id="25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19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"/>
            <a:ext cx="1137514" cy="29260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"/>
            <a:ext cx="113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347472"/>
            <a:ext cx="8641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— What it does &amp; What it expects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59536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</a:t>
            </a: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sorted list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any iterable.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modify the original list.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order: ascending (A→Z, 0→9).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32511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7863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0016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reverse=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0016" y="14264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 and reverse= are optional.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37360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737360"/>
            <a:ext cx="36576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1810512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810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62072" y="1737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or tuple you want to sort. Always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139696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139696"/>
            <a:ext cx="36576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396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10512" y="2212848"/>
            <a:ext cx="914400" cy="237744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</a:rPr>
              <a:t>optional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62072" y="21396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called on each item — sorted uses its return value to compare. Pass lambda or def.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542032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542032"/>
            <a:ext cx="36576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reverse=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10512" y="2615184"/>
            <a:ext cx="914400" cy="237744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0512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</a:rPr>
              <a:t>optional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62072" y="25420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False (ascending). Set True to sort descending (Z→A, 9→0).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2962656"/>
            <a:ext cx="8641080" cy="384048"/>
          </a:xfrm>
          <a:prstGeom prst="rect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962656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Without key=: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sorted([3,1,2]) → [1,2,3]  Items compared directly.  </a:t>
            </a: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key=: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sorted(students, key=lambda s: s[1]) → sorted by mark.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" y="3401568"/>
            <a:ext cx="1298448" cy="22860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4015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401568"/>
            <a:ext cx="1298448" cy="2286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015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LAMBDA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52544" y="3401568"/>
            <a:ext cx="329184" cy="3291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2544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694176"/>
            <a:ext cx="4096512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" y="3767328"/>
            <a:ext cx="3895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(s): return s[</a:t>
            </a: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by_marks = </a:t>
            </a: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 key=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[('Dan',65),('Bob',72),('Alice',85),('Carol',91)]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3694176"/>
            <a:ext cx="4087368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767328"/>
            <a:ext cx="3895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replaces the named function
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by_marks = </a:t>
            </a: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 s[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[('Dan',65),('Bob',72),('Alice',85),('Carol',91)]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4800600"/>
            <a:ext cx="8641080" cy="32004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3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800600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difference: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lambda,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get_mark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reusable across sorted(), max(), min(). With lambda, the logic is inline — clean and short for one-time use.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"/>
            <a:ext cx="1137514" cy="29260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"/>
            <a:ext cx="113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641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— What it does &amp; What it expects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your function on every item.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returns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item is KEPT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If </a:t>
            </a: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DROPPED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result with list() to see values.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432511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024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0016" y="1225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0016" y="1554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arguments are REQUIRED — no defaults.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65376"/>
            <a:ext cx="36576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62072" y="18653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takes one item and returns True or False. No default — always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86000"/>
            <a:ext cx="36576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62072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or tuple to filter through. Also always required.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06624"/>
            <a:ext cx="8641080" cy="384048"/>
          </a:xfrm>
          <a:prstGeom prst="rect">
            <a:avLst/>
          </a:prstGeom>
          <a:solidFill>
            <a:srgbClr val="F87171">
              <a:alpha val="10000"/>
            </a:srgbClr>
          </a:solidFill>
          <a:ln w="12700">
            <a:solidFill>
              <a:srgbClr val="F87171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06624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Unlike sorted() and max(), filter() has NO optional key= argument.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is always the first argument and is always required — there is no default behaviour without 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8641080" cy="22860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LAMBDA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3255264"/>
            <a:ext cx="329184" cy="3291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has_passed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&gt;= 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
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list(</a:t>
            </a: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has_passed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students))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[('Alice', 85), ('Carol', 91)]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IS the condition
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list(</a:t>
            </a: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 s[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&gt;= 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students))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[('Alice', 85), ('Carol', 91)]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809744"/>
            <a:ext cx="8641080" cy="32004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3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809744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difference: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lambda,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has_passed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reusable anywhere. With lambda, the condition is written once right where it's used — great for quick one-time filters.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"/>
            <a:ext cx="813816" cy="292608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641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— What it does &amp; What it expects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item and returns the </a:t>
            </a: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key= — compares by what the function returns.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returns the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the key value.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432511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FB923C">
                <a:alpha val="4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024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0016" y="1225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0016" y="1554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 is optional — but needed for complex items like tuples.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65376"/>
            <a:ext cx="36576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62072" y="18653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or tuple to search through. Always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86000"/>
            <a:ext cx="36576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</a:rPr>
              <a:t>optional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62072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extracts the comparison value from each item. Without it, items are compared directly.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06624"/>
            <a:ext cx="8641080" cy="384048"/>
          </a:xfrm>
          <a:prstGeom prst="rect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06624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Critical: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 only tells max() HOW to compare — it does NOT change what comes back.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max(students, key=lambda s: s[1])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('Carol', 91)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 tuple, not just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8641080" cy="22860"/>
          </a:xfrm>
          <a:prstGeom prst="rect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LAMBDA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3255264"/>
            <a:ext cx="329184" cy="3291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topper = 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('Carol', 91)  ← full tuple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extracts the mark inline
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topper = 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 s[</a:t>
            </a: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('Carol', 91)  ← full tuple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818888"/>
            <a:ext cx="8641080" cy="320040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3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828032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difference: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lambda,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get_mark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shared with sorted(), min() too. With lambda, the comparison rule lives right where it's used — no separate def needed.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"/>
            <a:ext cx="813816" cy="29260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641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— What it does &amp; What it expects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item and returns the </a:t>
            </a: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of max() — exact same arguments, same key= logic.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returns the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the key value.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432511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4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024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0016" y="1225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0016" y="1554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 is optional — but needed for complex items like tuples.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65376"/>
            <a:ext cx="36576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62072" y="18653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or tuple to search through. Always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86000"/>
            <a:ext cx="36576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</a:rPr>
              <a:t>optional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62072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extracts the comparison value from each item. Without it, items are compared directly.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06624"/>
            <a:ext cx="8641080" cy="384048"/>
          </a:xfrm>
          <a:prstGeom prst="rect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06624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Critical: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 only tells min() HOW to compare — it does NOT change what comes back.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min(students, key=lambda s: s[1])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('Dan', 65)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full tuple, not just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8641080" cy="22860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LAMBDA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3255264"/>
            <a:ext cx="329184" cy="3291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(s): return s[</a:t>
            </a: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lowest = </a:t>
            </a: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 key=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('Dan', 65)  ← full tuple returned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extracts the mark inline
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 = </a:t>
            </a: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 s[</a:t>
            </a: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('Dan', 65)  ← full tuple returned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4837176"/>
            <a:ext cx="8641080" cy="320040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3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837176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difference: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lambda,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get_mark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reusable across min(), max(), sorted(). With lambda, the logic lives inline — short and clear for one-time use.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"/>
            <a:ext cx="813816" cy="292608"/>
          </a:xfrm>
          <a:prstGeom prst="rect">
            <a:avLst/>
          </a:prstGeom>
          <a:solidFill>
            <a:srgbClr val="F472B6">
              <a:alpha val="1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641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— What it does &amp; What it expects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your function to </a:t>
            </a: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list.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each item — returns a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object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see the transformed values.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432511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F472B6">
                <a:alpha val="4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024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0016" y="1225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0016" y="1554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arguments are REQUIRED — no defaults.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65376"/>
            <a:ext cx="36576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62072" y="18653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applied to EVERY item. It takes one item and returns the transformed 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86000"/>
            <a:ext cx="36576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62072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or tuple to transform. Also always required.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06624"/>
            <a:ext cx="8641080" cy="384048"/>
          </a:xfrm>
          <a:prstGeom prst="rect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06624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map() returns a lazy map object, not a list.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 with </a:t>
            </a: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list(map(...))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actually see the values. Unlike filter(), map never removes items — it always transforms all of them.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8641080" cy="22860"/>
          </a:xfrm>
          <a:prstGeom prst="rect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LAMBDA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3255264"/>
            <a:ext cx="329184" cy="3291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get_name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(s): return s[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names = list(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get_name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students))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['Alice', 'Bob', 'Carol', 'Dan']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extracts name inline
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list(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s: s[</a:t>
            </a: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students))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['Alice', 'Bob', 'Carol', 'Dan']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4828032"/>
            <a:ext cx="8641080" cy="320040"/>
          </a:xfrm>
          <a:prstGeom prst="rect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3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828032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difference: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lambda,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get_name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reusable for other transformations. With lambda, the transform is self-contained — perfect when you need it just once.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"/>
            <a:ext cx="1137514" cy="292608"/>
          </a:xfrm>
          <a:prstGeom prst="rect">
            <a:avLst/>
          </a:prstGeom>
          <a:solidFill>
            <a:srgbClr val="FACC15">
              <a:alpha val="15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"/>
            <a:ext cx="113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641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reduce() — What it does &amp; What it expects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41605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058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the entire list into </a:t>
            </a: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value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function cumulatively —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carries the running total.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import from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functools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built-in like the others.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87552"/>
            <a:ext cx="432511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FACC15">
                <a:alpha val="4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024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0016" y="11887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reduce
</a:t>
            </a: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0016" y="162763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arguments are REQUIRED — no defaults.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65376"/>
            <a:ext cx="36576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938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62072" y="18653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TWO inputs: acc (running total) and the current item. Returns the new acc.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8641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86000"/>
            <a:ext cx="36576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2359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7171"/>
                </a:solidFill>
              </a:rPr>
              <a:t>required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62072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or tuple to collapse. Always required.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06624"/>
            <a:ext cx="8641080" cy="384048"/>
          </a:xfrm>
          <a:prstGeom prst="rect">
            <a:avLst/>
          </a:prstGeom>
          <a:solidFill>
            <a:srgbClr val="FACC15">
              <a:alpha val="10000"/>
            </a:srgbClr>
          </a:solidFill>
          <a:ln w="12700">
            <a:solidFill>
              <a:srgbClr val="FACC15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06624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acc=85, s=('Bob',72) → 85+72=</a:t>
            </a:r>
            <a:r>
              <a:rPr lang="en-US" sz="11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acc=157, s=('Carol',91) → 157+91=</a:t>
            </a:r>
            <a:r>
              <a:rPr lang="en-US" sz="11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acc=248, s=('Dan',65) → 248+65=</a:t>
            </a:r>
            <a:r>
              <a:rPr lang="en-US" sz="11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63824"/>
            <a:ext cx="8641080" cy="22860"/>
          </a:xfrm>
          <a:prstGeom prst="rect">
            <a:avLst/>
          </a:prstGeom>
          <a:solidFill>
            <a:srgbClr val="FACC15">
              <a:alpha val="40000"/>
            </a:srgbClr>
          </a:solidFill>
          <a:ln w="12700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552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LAMBDA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3255264"/>
            <a:ext cx="329184" cy="3291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vs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
</a:t>
            </a: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add_marks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(acc, 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acc + s[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total = </a:t>
            </a: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add_marks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students)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313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3547872"/>
            <a:ext cx="409651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621024"/>
            <a:ext cx="3895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takes acc + current item
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</a:t>
            </a: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acc, s: acc + s[</a:t>
            </a: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    students)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313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4818888"/>
            <a:ext cx="8641080" cy="320040"/>
          </a:xfrm>
          <a:prstGeom prst="rect">
            <a:avLst/>
          </a:prstGeom>
          <a:solidFill>
            <a:srgbClr val="FACC15">
              <a:alpha val="12000"/>
            </a:srgbClr>
          </a:solidFill>
          <a:ln w="12700">
            <a:solidFill>
              <a:srgbClr val="FACC15">
                <a:alpha val="3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818888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difference: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lambda,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add_marks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the accumulator logic named and debuggable. Lambda is ideal when the operation is simple — two inputs (acc, item) and one expression.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1567</Words>
  <Application>Microsoft Macintosh PowerPoint</Application>
  <PresentationFormat>On-screen Show (16:9)</PresentationFormat>
  <Paragraphs>164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Prasad VSV</cp:lastModifiedBy>
  <cp:revision>9</cp:revision>
  <dcterms:created xsi:type="dcterms:W3CDTF">2026-04-28T10:58:35Z</dcterms:created>
  <dcterms:modified xsi:type="dcterms:W3CDTF">2026-05-03T16:16:15Z</dcterms:modified>
</cp:coreProperties>
</file>